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60" r:id="rId4"/>
    <p:sldId id="257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14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1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4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6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1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1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4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6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8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55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7743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65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80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12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77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3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82106-885B-4457-A3C9-6068C657E96A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327E8-A2C3-4B68-875A-2871C6851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82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C707A-530C-4D76-91E6-57EA386FC8BB}"/>
              </a:ext>
            </a:extLst>
          </p:cNvPr>
          <p:cNvSpPr/>
          <p:nvPr/>
        </p:nvSpPr>
        <p:spPr>
          <a:xfrm>
            <a:off x="2267121" y="1754356"/>
            <a:ext cx="790036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Searching and Sorting</a:t>
            </a:r>
          </a:p>
          <a:p>
            <a:pPr algn="ctr"/>
            <a:r>
              <a:rPr lang="en-US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2132299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2658CE-649A-488F-B25D-70A50C915F58}"/>
              </a:ext>
            </a:extLst>
          </p:cNvPr>
          <p:cNvSpPr/>
          <p:nvPr/>
        </p:nvSpPr>
        <p:spPr>
          <a:xfrm>
            <a:off x="2755546" y="457401"/>
            <a:ext cx="634500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Searching 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Algorithms</a:t>
            </a: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70F79-C75A-4586-BCBC-9B6014AB9081}"/>
              </a:ext>
            </a:extLst>
          </p:cNvPr>
          <p:cNvSpPr/>
          <p:nvPr/>
        </p:nvSpPr>
        <p:spPr>
          <a:xfrm>
            <a:off x="766535" y="1783759"/>
            <a:ext cx="106589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Search </a:t>
            </a:r>
            <a:r>
              <a:rPr lang="en-US" sz="3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alqoritml</a:t>
            </a:r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əri elementi yoxlamaq və ya onun saxlandığı hər hansı bir məlumat strukturundan elementi əldə etmək üçün nəzərdə tutulmuşdur. 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050" name="Picture 2" descr="Searching- An important Computer Science Algorithm - GeeksGod">
            <a:extLst>
              <a:ext uri="{FF2B5EF4-FFF2-40B4-BE49-F238E27FC236}">
                <a16:creationId xmlns:a16="http://schemas.microsoft.com/office/drawing/2014/main" id="{5A78403D-8AE5-4DCD-A394-DA052A32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986" y="3866531"/>
            <a:ext cx="4466350" cy="23317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37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66FBA4-4C7D-4A78-973B-FB6897EAB748}"/>
              </a:ext>
            </a:extLst>
          </p:cNvPr>
          <p:cNvSpPr/>
          <p:nvPr/>
        </p:nvSpPr>
        <p:spPr>
          <a:xfrm>
            <a:off x="3506755" y="335901"/>
            <a:ext cx="5178490" cy="107302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Searching Algorithms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B1E632-8A63-47B7-B258-AD24ABA11520}"/>
              </a:ext>
            </a:extLst>
          </p:cNvPr>
          <p:cNvCxnSpPr>
            <a:stCxn id="5" idx="2"/>
          </p:cNvCxnSpPr>
          <p:nvPr/>
        </p:nvCxnSpPr>
        <p:spPr>
          <a:xfrm>
            <a:off x="6096000" y="1408921"/>
            <a:ext cx="0" cy="64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BB7F20-4A73-4C90-8651-B64B02FF7B58}"/>
              </a:ext>
            </a:extLst>
          </p:cNvPr>
          <p:cNvCxnSpPr/>
          <p:nvPr/>
        </p:nvCxnSpPr>
        <p:spPr>
          <a:xfrm flipH="1">
            <a:off x="2901820" y="2062065"/>
            <a:ext cx="319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1C01E1-0493-4A61-AFC5-499B6374F6A1}"/>
              </a:ext>
            </a:extLst>
          </p:cNvPr>
          <p:cNvCxnSpPr/>
          <p:nvPr/>
        </p:nvCxnSpPr>
        <p:spPr>
          <a:xfrm>
            <a:off x="6096000" y="2062065"/>
            <a:ext cx="3383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342385-98B7-4102-9633-03654631692F}"/>
              </a:ext>
            </a:extLst>
          </p:cNvPr>
          <p:cNvCxnSpPr/>
          <p:nvPr/>
        </p:nvCxnSpPr>
        <p:spPr>
          <a:xfrm>
            <a:off x="2901820" y="2062064"/>
            <a:ext cx="0" cy="1380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A1E609-5B56-4C68-A897-32FCA349E96C}"/>
              </a:ext>
            </a:extLst>
          </p:cNvPr>
          <p:cNvCxnSpPr>
            <a:cxnSpLocks/>
          </p:cNvCxnSpPr>
          <p:nvPr/>
        </p:nvCxnSpPr>
        <p:spPr>
          <a:xfrm>
            <a:off x="9479902" y="2049001"/>
            <a:ext cx="0" cy="1379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1983347-DDDF-4B8D-9D97-2B714B29F76E}"/>
              </a:ext>
            </a:extLst>
          </p:cNvPr>
          <p:cNvSpPr/>
          <p:nvPr/>
        </p:nvSpPr>
        <p:spPr>
          <a:xfrm>
            <a:off x="1209869" y="3455873"/>
            <a:ext cx="3383902" cy="849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Linear Search</a:t>
            </a:r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AB03A5-EEB1-44D2-B6F5-4121D5DA48EA}"/>
              </a:ext>
            </a:extLst>
          </p:cNvPr>
          <p:cNvSpPr/>
          <p:nvPr/>
        </p:nvSpPr>
        <p:spPr>
          <a:xfrm>
            <a:off x="7787951" y="3429000"/>
            <a:ext cx="3383902" cy="849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Binary Search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9152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209FAA-AEDC-4862-BB43-537FD553F0A0}"/>
              </a:ext>
            </a:extLst>
          </p:cNvPr>
          <p:cNvSpPr/>
          <p:nvPr/>
        </p:nvSpPr>
        <p:spPr>
          <a:xfrm>
            <a:off x="3947890" y="376152"/>
            <a:ext cx="39789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Linear search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7EF000-4264-4209-99C2-BDF0597662A6}"/>
              </a:ext>
            </a:extLst>
          </p:cNvPr>
          <p:cNvSpPr/>
          <p:nvPr/>
        </p:nvSpPr>
        <p:spPr>
          <a:xfrm>
            <a:off x="585516" y="1649186"/>
            <a:ext cx="1070371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 alqoritm hər bir termini ardıcıllıq ilə yəni isdədiyimiz termini x ilə sırayla yoxluyur yoxluyur,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Picture 2" descr="3.1.3 Searching Algorithms">
            <a:extLst>
              <a:ext uri="{FF2B5EF4-FFF2-40B4-BE49-F238E27FC236}">
                <a16:creationId xmlns:a16="http://schemas.microsoft.com/office/drawing/2014/main" id="{1A086CBB-E1F3-47B8-9E8A-1FEFCD94DC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322" y="3332978"/>
            <a:ext cx="6352107" cy="187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81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40A748-8F4B-460B-9C98-D72D7640696A}"/>
              </a:ext>
            </a:extLst>
          </p:cNvPr>
          <p:cNvSpPr txBox="1"/>
          <p:nvPr/>
        </p:nvSpPr>
        <p:spPr>
          <a:xfrm>
            <a:off x="2642896" y="622432"/>
            <a:ext cx="61068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Binary</a:t>
            </a:r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search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FE12E-9A06-415B-AEF4-CCE35C16FD2D}"/>
              </a:ext>
            </a:extLst>
          </p:cNvPr>
          <p:cNvSpPr/>
          <p:nvPr/>
        </p:nvSpPr>
        <p:spPr>
          <a:xfrm>
            <a:off x="72400" y="1984300"/>
            <a:ext cx="12290661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1.İndeks baxımından array-in ortancı elementi tapır.</a:t>
            </a:r>
          </a:p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2. Axtarılan element orta elementə bərabərdirsə, axtarışı dayandırır.</a:t>
            </a:r>
          </a:p>
          <a:p>
            <a:pPr algn="ctr"/>
            <a:r>
              <a:rPr lang="az-Latn-AZ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 Əgər orta element axtarılan elementə bərabər deyilsə və ondan böyükdürsə, orta elementin sağına (böyük elementlər) baxır</a:t>
            </a:r>
          </a:p>
          <a:p>
            <a:pPr algn="ctr"/>
            <a:r>
              <a:rPr lang="az-Latn-AZ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4.Əgər ondan kiçikdirsə ortadakı elementin sol tərəfinə baxır</a:t>
            </a:r>
          </a:p>
        </p:txBody>
      </p:sp>
    </p:spTree>
    <p:extLst>
      <p:ext uri="{BB962C8B-B14F-4D97-AF65-F5344CB8AC3E}">
        <p14:creationId xmlns:p14="http://schemas.microsoft.com/office/powerpoint/2010/main" val="775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80FD96-B495-41F3-9CC0-8CD6C5B179D2}"/>
              </a:ext>
            </a:extLst>
          </p:cNvPr>
          <p:cNvSpPr/>
          <p:nvPr/>
        </p:nvSpPr>
        <p:spPr>
          <a:xfrm>
            <a:off x="2401079" y="317241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2B3963-4414-4152-BC90-AEC10485D9C2}"/>
              </a:ext>
            </a:extLst>
          </p:cNvPr>
          <p:cNvCxnSpPr>
            <a:cxnSpLocks/>
          </p:cNvCxnSpPr>
          <p:nvPr/>
        </p:nvCxnSpPr>
        <p:spPr>
          <a:xfrm>
            <a:off x="3013787" y="30791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A8E42-021E-40AA-A0E6-1AE7CAEEC18A}"/>
              </a:ext>
            </a:extLst>
          </p:cNvPr>
          <p:cNvCxnSpPr>
            <a:cxnSpLocks/>
          </p:cNvCxnSpPr>
          <p:nvPr/>
        </p:nvCxnSpPr>
        <p:spPr>
          <a:xfrm>
            <a:off x="3685591" y="31724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00693F-BFE0-432B-A154-03E8C808B307}"/>
              </a:ext>
            </a:extLst>
          </p:cNvPr>
          <p:cNvCxnSpPr>
            <a:cxnSpLocks/>
          </p:cNvCxnSpPr>
          <p:nvPr/>
        </p:nvCxnSpPr>
        <p:spPr>
          <a:xfrm>
            <a:off x="4329403" y="31724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9B5B82-E2C1-4126-9F69-426E8486E645}"/>
              </a:ext>
            </a:extLst>
          </p:cNvPr>
          <p:cNvCxnSpPr>
            <a:cxnSpLocks/>
          </p:cNvCxnSpPr>
          <p:nvPr/>
        </p:nvCxnSpPr>
        <p:spPr>
          <a:xfrm>
            <a:off x="4954554" y="31724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F79D0-B949-4EFF-A2BE-F920521A287B}"/>
              </a:ext>
            </a:extLst>
          </p:cNvPr>
          <p:cNvCxnSpPr>
            <a:cxnSpLocks/>
          </p:cNvCxnSpPr>
          <p:nvPr/>
        </p:nvCxnSpPr>
        <p:spPr>
          <a:xfrm>
            <a:off x="5533052" y="31724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A40FC7-D15E-4868-AED6-0CDD0E30EFD5}"/>
              </a:ext>
            </a:extLst>
          </p:cNvPr>
          <p:cNvCxnSpPr>
            <a:cxnSpLocks/>
          </p:cNvCxnSpPr>
          <p:nvPr/>
        </p:nvCxnSpPr>
        <p:spPr>
          <a:xfrm>
            <a:off x="6195526" y="30791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400A7-D230-4724-A9E3-55B8A9C7D420}"/>
              </a:ext>
            </a:extLst>
          </p:cNvPr>
          <p:cNvCxnSpPr>
            <a:cxnSpLocks/>
          </p:cNvCxnSpPr>
          <p:nvPr/>
        </p:nvCxnSpPr>
        <p:spPr>
          <a:xfrm>
            <a:off x="6876661" y="30791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454F29-2A43-4A2F-A7CD-2D4C9B0C7828}"/>
              </a:ext>
            </a:extLst>
          </p:cNvPr>
          <p:cNvCxnSpPr>
            <a:cxnSpLocks/>
          </p:cNvCxnSpPr>
          <p:nvPr/>
        </p:nvCxnSpPr>
        <p:spPr>
          <a:xfrm>
            <a:off x="7567127" y="307911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3249AE-79CD-420C-A8CD-A09533624BD8}"/>
              </a:ext>
            </a:extLst>
          </p:cNvPr>
          <p:cNvSpPr/>
          <p:nvPr/>
        </p:nvSpPr>
        <p:spPr>
          <a:xfrm>
            <a:off x="2494431" y="417124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69F622-4462-4263-94D0-5BFA2B1A29BA}"/>
              </a:ext>
            </a:extLst>
          </p:cNvPr>
          <p:cNvSpPr/>
          <p:nvPr/>
        </p:nvSpPr>
        <p:spPr>
          <a:xfrm>
            <a:off x="3155690" y="407793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303C3B-C433-4D81-91A3-547A8C9D51DA}"/>
              </a:ext>
            </a:extLst>
          </p:cNvPr>
          <p:cNvSpPr/>
          <p:nvPr/>
        </p:nvSpPr>
        <p:spPr>
          <a:xfrm>
            <a:off x="3775023" y="407794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6C21B2-6CAA-4B91-9B03-4B05662C76D5}"/>
              </a:ext>
            </a:extLst>
          </p:cNvPr>
          <p:cNvSpPr/>
          <p:nvPr/>
        </p:nvSpPr>
        <p:spPr>
          <a:xfrm>
            <a:off x="4294379" y="417124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4A4415-0A18-434D-BFAF-1E239C84FDED}"/>
              </a:ext>
            </a:extLst>
          </p:cNvPr>
          <p:cNvSpPr/>
          <p:nvPr/>
        </p:nvSpPr>
        <p:spPr>
          <a:xfrm>
            <a:off x="4899836" y="407794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A9A937-19BA-406A-BB65-8ED6634FFF9D}"/>
              </a:ext>
            </a:extLst>
          </p:cNvPr>
          <p:cNvSpPr/>
          <p:nvPr/>
        </p:nvSpPr>
        <p:spPr>
          <a:xfrm>
            <a:off x="5518652" y="407793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7D1FCD-0E62-48D5-947F-9FFE9AF81603}"/>
              </a:ext>
            </a:extLst>
          </p:cNvPr>
          <p:cNvSpPr/>
          <p:nvPr/>
        </p:nvSpPr>
        <p:spPr>
          <a:xfrm>
            <a:off x="6172043" y="407793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0AD640-1B4F-49F4-9FF0-F61480D05565}"/>
              </a:ext>
            </a:extLst>
          </p:cNvPr>
          <p:cNvSpPr/>
          <p:nvPr/>
        </p:nvSpPr>
        <p:spPr>
          <a:xfrm>
            <a:off x="6906095" y="381296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43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71A118-6A6E-48DF-B2F3-2EC9CDC86784}"/>
              </a:ext>
            </a:extLst>
          </p:cNvPr>
          <p:cNvSpPr/>
          <p:nvPr/>
        </p:nvSpPr>
        <p:spPr>
          <a:xfrm>
            <a:off x="7581419" y="407793"/>
            <a:ext cx="62068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45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58591D-C453-43E0-B2F7-3A9408E65FE7}"/>
              </a:ext>
            </a:extLst>
          </p:cNvPr>
          <p:cNvSpPr/>
          <p:nvPr/>
        </p:nvSpPr>
        <p:spPr>
          <a:xfrm>
            <a:off x="8857048" y="319741"/>
            <a:ext cx="22621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Search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: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1FEF2D-2B35-45CC-92F6-7F7E63573318}"/>
              </a:ext>
            </a:extLst>
          </p:cNvPr>
          <p:cNvSpPr/>
          <p:nvPr/>
        </p:nvSpPr>
        <p:spPr>
          <a:xfrm>
            <a:off x="2401079" y="1318727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087EB5B-B589-4373-B9B3-7ADDBCC890C5}"/>
              </a:ext>
            </a:extLst>
          </p:cNvPr>
          <p:cNvCxnSpPr>
            <a:cxnSpLocks/>
          </p:cNvCxnSpPr>
          <p:nvPr/>
        </p:nvCxnSpPr>
        <p:spPr>
          <a:xfrm>
            <a:off x="3013787" y="130939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4612DF6-E97A-4CFC-98AA-112558A92BC4}"/>
              </a:ext>
            </a:extLst>
          </p:cNvPr>
          <p:cNvCxnSpPr>
            <a:cxnSpLocks/>
          </p:cNvCxnSpPr>
          <p:nvPr/>
        </p:nvCxnSpPr>
        <p:spPr>
          <a:xfrm>
            <a:off x="3685591" y="13187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96ACDF-92D4-45D1-BD2E-10B70D0D56B9}"/>
              </a:ext>
            </a:extLst>
          </p:cNvPr>
          <p:cNvCxnSpPr>
            <a:cxnSpLocks/>
          </p:cNvCxnSpPr>
          <p:nvPr/>
        </p:nvCxnSpPr>
        <p:spPr>
          <a:xfrm>
            <a:off x="4329403" y="13187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3F730B-9B09-4547-BE81-D4719885C90D}"/>
              </a:ext>
            </a:extLst>
          </p:cNvPr>
          <p:cNvCxnSpPr>
            <a:cxnSpLocks/>
          </p:cNvCxnSpPr>
          <p:nvPr/>
        </p:nvCxnSpPr>
        <p:spPr>
          <a:xfrm>
            <a:off x="4954554" y="13187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01C673C-6582-4630-9C15-533A03194613}"/>
              </a:ext>
            </a:extLst>
          </p:cNvPr>
          <p:cNvCxnSpPr>
            <a:cxnSpLocks/>
          </p:cNvCxnSpPr>
          <p:nvPr/>
        </p:nvCxnSpPr>
        <p:spPr>
          <a:xfrm>
            <a:off x="5533052" y="13187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9E29D82-8EAE-4389-A79B-51B806288E36}"/>
              </a:ext>
            </a:extLst>
          </p:cNvPr>
          <p:cNvCxnSpPr>
            <a:cxnSpLocks/>
          </p:cNvCxnSpPr>
          <p:nvPr/>
        </p:nvCxnSpPr>
        <p:spPr>
          <a:xfrm>
            <a:off x="6195526" y="130939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E1491C-1007-4182-BF3B-61D36D589022}"/>
              </a:ext>
            </a:extLst>
          </p:cNvPr>
          <p:cNvCxnSpPr>
            <a:cxnSpLocks/>
          </p:cNvCxnSpPr>
          <p:nvPr/>
        </p:nvCxnSpPr>
        <p:spPr>
          <a:xfrm>
            <a:off x="6876661" y="130939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03F1F7-C4DE-4324-BF87-4B828DF9563D}"/>
              </a:ext>
            </a:extLst>
          </p:cNvPr>
          <p:cNvCxnSpPr>
            <a:cxnSpLocks/>
          </p:cNvCxnSpPr>
          <p:nvPr/>
        </p:nvCxnSpPr>
        <p:spPr>
          <a:xfrm>
            <a:off x="7567127" y="130939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471E43B-CB36-4C31-9818-DAC363272350}"/>
              </a:ext>
            </a:extLst>
          </p:cNvPr>
          <p:cNvSpPr/>
          <p:nvPr/>
        </p:nvSpPr>
        <p:spPr>
          <a:xfrm>
            <a:off x="2494431" y="1418610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57A750-4B74-476E-820F-C28C7149442A}"/>
              </a:ext>
            </a:extLst>
          </p:cNvPr>
          <p:cNvSpPr/>
          <p:nvPr/>
        </p:nvSpPr>
        <p:spPr>
          <a:xfrm>
            <a:off x="3155690" y="1409279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354DA8-8DB5-46F8-A539-B9BA8FF584FE}"/>
              </a:ext>
            </a:extLst>
          </p:cNvPr>
          <p:cNvSpPr/>
          <p:nvPr/>
        </p:nvSpPr>
        <p:spPr>
          <a:xfrm>
            <a:off x="3775023" y="1409280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E9B09C-7568-4435-98D3-8283944A164D}"/>
              </a:ext>
            </a:extLst>
          </p:cNvPr>
          <p:cNvSpPr/>
          <p:nvPr/>
        </p:nvSpPr>
        <p:spPr>
          <a:xfrm>
            <a:off x="4294379" y="1418610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A7DD6A-776D-4753-8F3F-787803677D77}"/>
              </a:ext>
            </a:extLst>
          </p:cNvPr>
          <p:cNvSpPr/>
          <p:nvPr/>
        </p:nvSpPr>
        <p:spPr>
          <a:xfrm>
            <a:off x="4899836" y="1409280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1406C9-B5E5-48B8-A5EB-9237B82D0406}"/>
              </a:ext>
            </a:extLst>
          </p:cNvPr>
          <p:cNvSpPr/>
          <p:nvPr/>
        </p:nvSpPr>
        <p:spPr>
          <a:xfrm>
            <a:off x="5518652" y="1409279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6CE5DD-C5FB-43BE-819C-4082DF2802F2}"/>
              </a:ext>
            </a:extLst>
          </p:cNvPr>
          <p:cNvSpPr/>
          <p:nvPr/>
        </p:nvSpPr>
        <p:spPr>
          <a:xfrm>
            <a:off x="6172043" y="1409279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3827CC-6519-468B-952D-82C5A0C909E8}"/>
              </a:ext>
            </a:extLst>
          </p:cNvPr>
          <p:cNvSpPr/>
          <p:nvPr/>
        </p:nvSpPr>
        <p:spPr>
          <a:xfrm>
            <a:off x="6906095" y="1382782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43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C0E8FF-D9AF-4293-9635-096A1CD19799}"/>
              </a:ext>
            </a:extLst>
          </p:cNvPr>
          <p:cNvSpPr/>
          <p:nvPr/>
        </p:nvSpPr>
        <p:spPr>
          <a:xfrm>
            <a:off x="7581419" y="1409279"/>
            <a:ext cx="62068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45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B80200-3489-4C7B-AE64-0F2D7602B5C8}"/>
              </a:ext>
            </a:extLst>
          </p:cNvPr>
          <p:cNvSpPr/>
          <p:nvPr/>
        </p:nvSpPr>
        <p:spPr>
          <a:xfrm>
            <a:off x="2401079" y="2419739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1D4E457-9BDD-436C-B907-AA85313AB2D4}"/>
              </a:ext>
            </a:extLst>
          </p:cNvPr>
          <p:cNvCxnSpPr>
            <a:cxnSpLocks/>
          </p:cNvCxnSpPr>
          <p:nvPr/>
        </p:nvCxnSpPr>
        <p:spPr>
          <a:xfrm>
            <a:off x="3013787" y="24104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D448CD7-8FAB-4851-AC70-C1DAE7C66B2D}"/>
              </a:ext>
            </a:extLst>
          </p:cNvPr>
          <p:cNvCxnSpPr>
            <a:cxnSpLocks/>
          </p:cNvCxnSpPr>
          <p:nvPr/>
        </p:nvCxnSpPr>
        <p:spPr>
          <a:xfrm>
            <a:off x="3685591" y="24197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362F41-B58B-4651-98D0-703DD90CA6FC}"/>
              </a:ext>
            </a:extLst>
          </p:cNvPr>
          <p:cNvCxnSpPr>
            <a:cxnSpLocks/>
          </p:cNvCxnSpPr>
          <p:nvPr/>
        </p:nvCxnSpPr>
        <p:spPr>
          <a:xfrm>
            <a:off x="4329403" y="24197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AFDEF03-20CC-4F63-B162-3402BC8C98F2}"/>
              </a:ext>
            </a:extLst>
          </p:cNvPr>
          <p:cNvCxnSpPr>
            <a:cxnSpLocks/>
          </p:cNvCxnSpPr>
          <p:nvPr/>
        </p:nvCxnSpPr>
        <p:spPr>
          <a:xfrm>
            <a:off x="4954554" y="24197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51BD20-FF43-4FEA-B8E4-A97C518766B8}"/>
              </a:ext>
            </a:extLst>
          </p:cNvPr>
          <p:cNvCxnSpPr>
            <a:cxnSpLocks/>
          </p:cNvCxnSpPr>
          <p:nvPr/>
        </p:nvCxnSpPr>
        <p:spPr>
          <a:xfrm>
            <a:off x="5533052" y="24197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AC67975-F564-40AE-AE5A-9CB98BA2718F}"/>
              </a:ext>
            </a:extLst>
          </p:cNvPr>
          <p:cNvCxnSpPr>
            <a:cxnSpLocks/>
          </p:cNvCxnSpPr>
          <p:nvPr/>
        </p:nvCxnSpPr>
        <p:spPr>
          <a:xfrm>
            <a:off x="6195526" y="24104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69EFBD5-AC39-4053-A67E-CBD14176597C}"/>
              </a:ext>
            </a:extLst>
          </p:cNvPr>
          <p:cNvCxnSpPr>
            <a:cxnSpLocks/>
          </p:cNvCxnSpPr>
          <p:nvPr/>
        </p:nvCxnSpPr>
        <p:spPr>
          <a:xfrm>
            <a:off x="6876661" y="24104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D396583-30BA-4827-8E3E-D26BFF4DE92D}"/>
              </a:ext>
            </a:extLst>
          </p:cNvPr>
          <p:cNvCxnSpPr>
            <a:cxnSpLocks/>
          </p:cNvCxnSpPr>
          <p:nvPr/>
        </p:nvCxnSpPr>
        <p:spPr>
          <a:xfrm>
            <a:off x="7567127" y="24104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66151131-04FA-4954-A7DF-6DDE453F3C3D}"/>
              </a:ext>
            </a:extLst>
          </p:cNvPr>
          <p:cNvSpPr/>
          <p:nvPr/>
        </p:nvSpPr>
        <p:spPr>
          <a:xfrm>
            <a:off x="2494431" y="2519622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9F4F53-524C-43EA-98E8-5614E56252AE}"/>
              </a:ext>
            </a:extLst>
          </p:cNvPr>
          <p:cNvSpPr/>
          <p:nvPr/>
        </p:nvSpPr>
        <p:spPr>
          <a:xfrm>
            <a:off x="3155690" y="2510291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272CCA-C494-40DA-843D-58DEB137B8DC}"/>
              </a:ext>
            </a:extLst>
          </p:cNvPr>
          <p:cNvSpPr/>
          <p:nvPr/>
        </p:nvSpPr>
        <p:spPr>
          <a:xfrm>
            <a:off x="3775023" y="2510292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0B472F1-8308-400E-A446-60C723489169}"/>
              </a:ext>
            </a:extLst>
          </p:cNvPr>
          <p:cNvSpPr/>
          <p:nvPr/>
        </p:nvSpPr>
        <p:spPr>
          <a:xfrm>
            <a:off x="4294379" y="2519622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0DF5508-8C13-4786-93D9-B4F114D033CA}"/>
              </a:ext>
            </a:extLst>
          </p:cNvPr>
          <p:cNvSpPr/>
          <p:nvPr/>
        </p:nvSpPr>
        <p:spPr>
          <a:xfrm>
            <a:off x="4899836" y="2510292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53817C-A33D-4FC4-A9AA-05B6C3728C5F}"/>
              </a:ext>
            </a:extLst>
          </p:cNvPr>
          <p:cNvSpPr/>
          <p:nvPr/>
        </p:nvSpPr>
        <p:spPr>
          <a:xfrm>
            <a:off x="5518652" y="2510291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8A2BAE-4339-4A22-836E-25F4990BF5EE}"/>
              </a:ext>
            </a:extLst>
          </p:cNvPr>
          <p:cNvSpPr/>
          <p:nvPr/>
        </p:nvSpPr>
        <p:spPr>
          <a:xfrm>
            <a:off x="6172043" y="2510291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3451FCB-D0E7-4DEA-AF39-2F175AE9FD8A}"/>
              </a:ext>
            </a:extLst>
          </p:cNvPr>
          <p:cNvSpPr/>
          <p:nvPr/>
        </p:nvSpPr>
        <p:spPr>
          <a:xfrm>
            <a:off x="6906095" y="2483794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43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8CA01F6-F208-48ED-998D-C5066079CE1B}"/>
              </a:ext>
            </a:extLst>
          </p:cNvPr>
          <p:cNvSpPr/>
          <p:nvPr/>
        </p:nvSpPr>
        <p:spPr>
          <a:xfrm>
            <a:off x="7581419" y="2510291"/>
            <a:ext cx="62068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45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02A5035-F6E6-462F-B943-1E0982CED067}"/>
              </a:ext>
            </a:extLst>
          </p:cNvPr>
          <p:cNvSpPr/>
          <p:nvPr/>
        </p:nvSpPr>
        <p:spPr>
          <a:xfrm>
            <a:off x="2401079" y="3429000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A48968A-B703-4645-A3E6-587FD031376D}"/>
              </a:ext>
            </a:extLst>
          </p:cNvPr>
          <p:cNvCxnSpPr>
            <a:cxnSpLocks/>
          </p:cNvCxnSpPr>
          <p:nvPr/>
        </p:nvCxnSpPr>
        <p:spPr>
          <a:xfrm>
            <a:off x="3013787" y="341967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3AC9863-76A7-40EF-9FE9-3BB4C9547E80}"/>
              </a:ext>
            </a:extLst>
          </p:cNvPr>
          <p:cNvCxnSpPr>
            <a:cxnSpLocks/>
          </p:cNvCxnSpPr>
          <p:nvPr/>
        </p:nvCxnSpPr>
        <p:spPr>
          <a:xfrm>
            <a:off x="3685591" y="3429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935CDBF-E64D-4C19-B3FC-2C8944AE9BAB}"/>
              </a:ext>
            </a:extLst>
          </p:cNvPr>
          <p:cNvCxnSpPr>
            <a:cxnSpLocks/>
          </p:cNvCxnSpPr>
          <p:nvPr/>
        </p:nvCxnSpPr>
        <p:spPr>
          <a:xfrm>
            <a:off x="4329403" y="3429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3DDA972-DD5F-43B0-9549-29EF38FF255F}"/>
              </a:ext>
            </a:extLst>
          </p:cNvPr>
          <p:cNvCxnSpPr>
            <a:cxnSpLocks/>
          </p:cNvCxnSpPr>
          <p:nvPr/>
        </p:nvCxnSpPr>
        <p:spPr>
          <a:xfrm>
            <a:off x="4954554" y="3429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7B0AA07-84A0-4CFF-9EF2-180CF0CB1668}"/>
              </a:ext>
            </a:extLst>
          </p:cNvPr>
          <p:cNvCxnSpPr>
            <a:cxnSpLocks/>
          </p:cNvCxnSpPr>
          <p:nvPr/>
        </p:nvCxnSpPr>
        <p:spPr>
          <a:xfrm>
            <a:off x="5533052" y="3429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70B72AE-4E04-4277-8C14-485F510BB155}"/>
              </a:ext>
            </a:extLst>
          </p:cNvPr>
          <p:cNvCxnSpPr>
            <a:cxnSpLocks/>
          </p:cNvCxnSpPr>
          <p:nvPr/>
        </p:nvCxnSpPr>
        <p:spPr>
          <a:xfrm>
            <a:off x="6195526" y="341967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279FF1B-4BDA-46E1-9D08-22BEE76C9E05}"/>
              </a:ext>
            </a:extLst>
          </p:cNvPr>
          <p:cNvCxnSpPr>
            <a:cxnSpLocks/>
          </p:cNvCxnSpPr>
          <p:nvPr/>
        </p:nvCxnSpPr>
        <p:spPr>
          <a:xfrm>
            <a:off x="6876661" y="341967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450671D-1EA2-434B-A4A3-EEF2C9C801C7}"/>
              </a:ext>
            </a:extLst>
          </p:cNvPr>
          <p:cNvCxnSpPr>
            <a:cxnSpLocks/>
          </p:cNvCxnSpPr>
          <p:nvPr/>
        </p:nvCxnSpPr>
        <p:spPr>
          <a:xfrm>
            <a:off x="7567127" y="341967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7D8F47C2-4650-49EB-9536-8B1BF67660DB}"/>
              </a:ext>
            </a:extLst>
          </p:cNvPr>
          <p:cNvSpPr/>
          <p:nvPr/>
        </p:nvSpPr>
        <p:spPr>
          <a:xfrm>
            <a:off x="2494431" y="3528883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E70C020-7393-4128-A45B-445CCB079DC2}"/>
              </a:ext>
            </a:extLst>
          </p:cNvPr>
          <p:cNvSpPr/>
          <p:nvPr/>
        </p:nvSpPr>
        <p:spPr>
          <a:xfrm>
            <a:off x="3155690" y="3519552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84C6350-E22C-460F-8BEE-CC64D883F8CA}"/>
              </a:ext>
            </a:extLst>
          </p:cNvPr>
          <p:cNvSpPr/>
          <p:nvPr/>
        </p:nvSpPr>
        <p:spPr>
          <a:xfrm>
            <a:off x="3775023" y="3519553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C943B78-1659-4056-9009-3FB3B97383BB}"/>
              </a:ext>
            </a:extLst>
          </p:cNvPr>
          <p:cNvSpPr/>
          <p:nvPr/>
        </p:nvSpPr>
        <p:spPr>
          <a:xfrm>
            <a:off x="4294379" y="3528883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228272C-E66F-460B-A6AE-E8E625298096}"/>
              </a:ext>
            </a:extLst>
          </p:cNvPr>
          <p:cNvSpPr/>
          <p:nvPr/>
        </p:nvSpPr>
        <p:spPr>
          <a:xfrm>
            <a:off x="4899836" y="3519553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3739CB-26CD-41C0-840D-0EBF4AF1DA75}"/>
              </a:ext>
            </a:extLst>
          </p:cNvPr>
          <p:cNvSpPr/>
          <p:nvPr/>
        </p:nvSpPr>
        <p:spPr>
          <a:xfrm>
            <a:off x="5518652" y="3519552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022C75D-260E-4FB3-B123-572C5CD55882}"/>
              </a:ext>
            </a:extLst>
          </p:cNvPr>
          <p:cNvSpPr/>
          <p:nvPr/>
        </p:nvSpPr>
        <p:spPr>
          <a:xfrm>
            <a:off x="6172043" y="3519552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A2ED05D-089F-4C26-8E40-77ADB79672EB}"/>
              </a:ext>
            </a:extLst>
          </p:cNvPr>
          <p:cNvSpPr/>
          <p:nvPr/>
        </p:nvSpPr>
        <p:spPr>
          <a:xfrm>
            <a:off x="6906095" y="3493055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43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68120CD-7332-470A-B2B8-90B26A3B25D9}"/>
              </a:ext>
            </a:extLst>
          </p:cNvPr>
          <p:cNvSpPr/>
          <p:nvPr/>
        </p:nvSpPr>
        <p:spPr>
          <a:xfrm>
            <a:off x="7581419" y="3519552"/>
            <a:ext cx="62068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45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245CF34-EDEF-447E-B258-EFD290A16C06}"/>
              </a:ext>
            </a:extLst>
          </p:cNvPr>
          <p:cNvSpPr/>
          <p:nvPr/>
        </p:nvSpPr>
        <p:spPr>
          <a:xfrm>
            <a:off x="2379285" y="4437063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654E0DB-974F-4179-AF81-19343609B4BD}"/>
              </a:ext>
            </a:extLst>
          </p:cNvPr>
          <p:cNvCxnSpPr>
            <a:cxnSpLocks/>
          </p:cNvCxnSpPr>
          <p:nvPr/>
        </p:nvCxnSpPr>
        <p:spPr>
          <a:xfrm>
            <a:off x="2991993" y="44277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41E3DAF-98D3-4C10-A447-4C61229BE13E}"/>
              </a:ext>
            </a:extLst>
          </p:cNvPr>
          <p:cNvCxnSpPr>
            <a:cxnSpLocks/>
          </p:cNvCxnSpPr>
          <p:nvPr/>
        </p:nvCxnSpPr>
        <p:spPr>
          <a:xfrm>
            <a:off x="3663797" y="443706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1A476BC-AB13-484D-A40B-154268AC2CC7}"/>
              </a:ext>
            </a:extLst>
          </p:cNvPr>
          <p:cNvCxnSpPr>
            <a:cxnSpLocks/>
          </p:cNvCxnSpPr>
          <p:nvPr/>
        </p:nvCxnSpPr>
        <p:spPr>
          <a:xfrm>
            <a:off x="4307609" y="443706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F186986-195F-4553-A2D6-767BB0EC87A1}"/>
              </a:ext>
            </a:extLst>
          </p:cNvPr>
          <p:cNvCxnSpPr>
            <a:cxnSpLocks/>
          </p:cNvCxnSpPr>
          <p:nvPr/>
        </p:nvCxnSpPr>
        <p:spPr>
          <a:xfrm>
            <a:off x="4932760" y="443706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6413E8C-1318-441E-915F-8A7F4E06A061}"/>
              </a:ext>
            </a:extLst>
          </p:cNvPr>
          <p:cNvCxnSpPr>
            <a:cxnSpLocks/>
          </p:cNvCxnSpPr>
          <p:nvPr/>
        </p:nvCxnSpPr>
        <p:spPr>
          <a:xfrm>
            <a:off x="5511258" y="443706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FC43D31-EEB9-4F38-9259-3D6764BFCC28}"/>
              </a:ext>
            </a:extLst>
          </p:cNvPr>
          <p:cNvCxnSpPr>
            <a:cxnSpLocks/>
          </p:cNvCxnSpPr>
          <p:nvPr/>
        </p:nvCxnSpPr>
        <p:spPr>
          <a:xfrm>
            <a:off x="6173732" y="44277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6983BCE-FC5A-4B55-A40A-5D7C90C1B0C4}"/>
              </a:ext>
            </a:extLst>
          </p:cNvPr>
          <p:cNvCxnSpPr>
            <a:cxnSpLocks/>
          </p:cNvCxnSpPr>
          <p:nvPr/>
        </p:nvCxnSpPr>
        <p:spPr>
          <a:xfrm>
            <a:off x="6854867" y="44277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C9B9DC9-E112-459A-89A0-513DA1970DEC}"/>
              </a:ext>
            </a:extLst>
          </p:cNvPr>
          <p:cNvCxnSpPr>
            <a:cxnSpLocks/>
          </p:cNvCxnSpPr>
          <p:nvPr/>
        </p:nvCxnSpPr>
        <p:spPr>
          <a:xfrm>
            <a:off x="7545333" y="44277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7181ECFF-D629-4ABC-9F95-5D714E5A0D2E}"/>
              </a:ext>
            </a:extLst>
          </p:cNvPr>
          <p:cNvSpPr/>
          <p:nvPr/>
        </p:nvSpPr>
        <p:spPr>
          <a:xfrm>
            <a:off x="2472637" y="4536946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20E46EF-C735-4EE5-B319-84480980134E}"/>
              </a:ext>
            </a:extLst>
          </p:cNvPr>
          <p:cNvSpPr/>
          <p:nvPr/>
        </p:nvSpPr>
        <p:spPr>
          <a:xfrm>
            <a:off x="3133896" y="4527615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4D73E62-39D8-4F2B-8578-5E1340FE6644}"/>
              </a:ext>
            </a:extLst>
          </p:cNvPr>
          <p:cNvSpPr/>
          <p:nvPr/>
        </p:nvSpPr>
        <p:spPr>
          <a:xfrm>
            <a:off x="3753229" y="4527616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A075F40-8ABF-4DB3-816F-E494F97142FC}"/>
              </a:ext>
            </a:extLst>
          </p:cNvPr>
          <p:cNvSpPr/>
          <p:nvPr/>
        </p:nvSpPr>
        <p:spPr>
          <a:xfrm>
            <a:off x="4272585" y="4536946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71B1980-CDAA-4C8F-8C2A-702B8B295B63}"/>
              </a:ext>
            </a:extLst>
          </p:cNvPr>
          <p:cNvSpPr/>
          <p:nvPr/>
        </p:nvSpPr>
        <p:spPr>
          <a:xfrm>
            <a:off x="4878042" y="4527616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C1527DB-FA20-4A6D-A72E-1E206E687936}"/>
              </a:ext>
            </a:extLst>
          </p:cNvPr>
          <p:cNvSpPr/>
          <p:nvPr/>
        </p:nvSpPr>
        <p:spPr>
          <a:xfrm>
            <a:off x="5496858" y="4527615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760CDE9-0D12-4587-A9D4-0E79DF5E1994}"/>
              </a:ext>
            </a:extLst>
          </p:cNvPr>
          <p:cNvSpPr/>
          <p:nvPr/>
        </p:nvSpPr>
        <p:spPr>
          <a:xfrm>
            <a:off x="6150249" y="4527615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CD8B70B-E0BE-4050-BD3C-53C858887013}"/>
              </a:ext>
            </a:extLst>
          </p:cNvPr>
          <p:cNvSpPr/>
          <p:nvPr/>
        </p:nvSpPr>
        <p:spPr>
          <a:xfrm>
            <a:off x="6884301" y="4501118"/>
            <a:ext cx="675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43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58A1FA9-37F2-418C-9134-7D5AE903BA33}"/>
              </a:ext>
            </a:extLst>
          </p:cNvPr>
          <p:cNvSpPr/>
          <p:nvPr/>
        </p:nvSpPr>
        <p:spPr>
          <a:xfrm>
            <a:off x="7559625" y="4527615"/>
            <a:ext cx="62068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45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338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62CF68-AF74-4A50-AB74-2D95F4FA60B0}"/>
              </a:ext>
            </a:extLst>
          </p:cNvPr>
          <p:cNvSpPr txBox="1"/>
          <p:nvPr/>
        </p:nvSpPr>
        <p:spPr>
          <a:xfrm>
            <a:off x="1851738" y="418621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 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Algorithms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E7CE7-2B47-493E-B799-067DD8F4457E}"/>
              </a:ext>
            </a:extLst>
          </p:cNvPr>
          <p:cNvSpPr/>
          <p:nvPr/>
        </p:nvSpPr>
        <p:spPr>
          <a:xfrm>
            <a:off x="0" y="1660696"/>
            <a:ext cx="1221568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Array-də aradıcıl olmayan elementləri artan sıra ilə (müəyyən ardıcıllıqla) yerləşdirən alqoritmdir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098" name="Picture 2" descr="Sorting Algorithm - CodeCrucks">
            <a:extLst>
              <a:ext uri="{FF2B5EF4-FFF2-40B4-BE49-F238E27FC236}">
                <a16:creationId xmlns:a16="http://schemas.microsoft.com/office/drawing/2014/main" id="{E8B42C69-FF06-41C2-A6EC-3100924FE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938" y="3425991"/>
            <a:ext cx="4213256" cy="25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44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mparison Sorting Algorithms and Mystery of NlogN complexity | by Kamyar  Ghasemlou | Medium">
            <a:extLst>
              <a:ext uri="{FF2B5EF4-FFF2-40B4-BE49-F238E27FC236}">
                <a16:creationId xmlns:a16="http://schemas.microsoft.com/office/drawing/2014/main" id="{FE84476D-9CC2-4F62-8518-A60A6306D78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925" y="627582"/>
            <a:ext cx="9802963" cy="496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59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DA4F4-7861-4A3A-BB15-02FB3A5520C8}"/>
              </a:ext>
            </a:extLst>
          </p:cNvPr>
          <p:cNvSpPr txBox="1"/>
          <p:nvPr/>
        </p:nvSpPr>
        <p:spPr>
          <a:xfrm>
            <a:off x="1422529" y="335327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İnsertion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C7CEC7-2102-452B-8B0E-7F5782876FA6}"/>
              </a:ext>
            </a:extLst>
          </p:cNvPr>
          <p:cNvSpPr/>
          <p:nvPr/>
        </p:nvSpPr>
        <p:spPr>
          <a:xfrm>
            <a:off x="2931637" y="1464906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8E88F8-96F7-4D8A-B185-C1C769C98932}"/>
              </a:ext>
            </a:extLst>
          </p:cNvPr>
          <p:cNvCxnSpPr>
            <a:cxnSpLocks/>
          </p:cNvCxnSpPr>
          <p:nvPr/>
        </p:nvCxnSpPr>
        <p:spPr>
          <a:xfrm>
            <a:off x="3573624" y="145557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95A61B-7B77-417C-BDF8-6FD64A7AAFE7}"/>
              </a:ext>
            </a:extLst>
          </p:cNvPr>
          <p:cNvCxnSpPr>
            <a:cxnSpLocks/>
          </p:cNvCxnSpPr>
          <p:nvPr/>
        </p:nvCxnSpPr>
        <p:spPr>
          <a:xfrm>
            <a:off x="4245428" y="146490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7A3EB4-7B47-4D2A-9B75-781BE37E7071}"/>
              </a:ext>
            </a:extLst>
          </p:cNvPr>
          <p:cNvCxnSpPr>
            <a:cxnSpLocks/>
          </p:cNvCxnSpPr>
          <p:nvPr/>
        </p:nvCxnSpPr>
        <p:spPr>
          <a:xfrm>
            <a:off x="4889240" y="146490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3923F5-659C-47DD-82D4-D32877CB87E5}"/>
              </a:ext>
            </a:extLst>
          </p:cNvPr>
          <p:cNvCxnSpPr>
            <a:cxnSpLocks/>
          </p:cNvCxnSpPr>
          <p:nvPr/>
        </p:nvCxnSpPr>
        <p:spPr>
          <a:xfrm>
            <a:off x="5514391" y="146490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FB76DC-5D6C-432D-9715-638EAE991A36}"/>
              </a:ext>
            </a:extLst>
          </p:cNvPr>
          <p:cNvCxnSpPr>
            <a:cxnSpLocks/>
          </p:cNvCxnSpPr>
          <p:nvPr/>
        </p:nvCxnSpPr>
        <p:spPr>
          <a:xfrm>
            <a:off x="6092889" y="146490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97CFF4-2322-42CE-81BF-BD05FB32417A}"/>
              </a:ext>
            </a:extLst>
          </p:cNvPr>
          <p:cNvCxnSpPr>
            <a:cxnSpLocks/>
          </p:cNvCxnSpPr>
          <p:nvPr/>
        </p:nvCxnSpPr>
        <p:spPr>
          <a:xfrm>
            <a:off x="6755363" y="145557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E38C9F-AE0A-47CA-9447-6D3D0933B371}"/>
              </a:ext>
            </a:extLst>
          </p:cNvPr>
          <p:cNvCxnSpPr>
            <a:cxnSpLocks/>
          </p:cNvCxnSpPr>
          <p:nvPr/>
        </p:nvCxnSpPr>
        <p:spPr>
          <a:xfrm>
            <a:off x="7436498" y="145557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F07631-2BE0-429C-A7FA-84129DBE1EB6}"/>
              </a:ext>
            </a:extLst>
          </p:cNvPr>
          <p:cNvCxnSpPr>
            <a:cxnSpLocks/>
          </p:cNvCxnSpPr>
          <p:nvPr/>
        </p:nvCxnSpPr>
        <p:spPr>
          <a:xfrm>
            <a:off x="8126964" y="145557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2F1E79C-FD07-48A4-A5C7-144F8759B3BC}"/>
              </a:ext>
            </a:extLst>
          </p:cNvPr>
          <p:cNvSpPr/>
          <p:nvPr/>
        </p:nvSpPr>
        <p:spPr>
          <a:xfrm>
            <a:off x="2931637" y="156478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5C4E53-FE24-470A-8065-B624F8F7FB47}"/>
              </a:ext>
            </a:extLst>
          </p:cNvPr>
          <p:cNvSpPr/>
          <p:nvPr/>
        </p:nvSpPr>
        <p:spPr>
          <a:xfrm>
            <a:off x="3592896" y="1555458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D66B34-24E1-4507-8329-CCDFEE9DECAD}"/>
              </a:ext>
            </a:extLst>
          </p:cNvPr>
          <p:cNvSpPr/>
          <p:nvPr/>
        </p:nvSpPr>
        <p:spPr>
          <a:xfrm>
            <a:off x="4334860" y="1555459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77BA5-A4CB-4195-A2FE-0DFE54B6D536}"/>
              </a:ext>
            </a:extLst>
          </p:cNvPr>
          <p:cNvSpPr/>
          <p:nvPr/>
        </p:nvSpPr>
        <p:spPr>
          <a:xfrm>
            <a:off x="4976845" y="1564789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AA22DA-AF4B-4C76-84B6-1D65B9FC2EA3}"/>
              </a:ext>
            </a:extLst>
          </p:cNvPr>
          <p:cNvSpPr/>
          <p:nvPr/>
        </p:nvSpPr>
        <p:spPr>
          <a:xfrm>
            <a:off x="5459672" y="155545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1EB783-9617-4A5F-A3F2-363A280F8A57}"/>
              </a:ext>
            </a:extLst>
          </p:cNvPr>
          <p:cNvSpPr/>
          <p:nvPr/>
        </p:nvSpPr>
        <p:spPr>
          <a:xfrm>
            <a:off x="6078488" y="1555458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11690-07ED-4B12-8E00-DEC0EE92BF77}"/>
              </a:ext>
            </a:extLst>
          </p:cNvPr>
          <p:cNvSpPr/>
          <p:nvPr/>
        </p:nvSpPr>
        <p:spPr>
          <a:xfrm>
            <a:off x="6854509" y="1555458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D89BA9-EE49-47C5-BB1F-85B47C10F8D1}"/>
              </a:ext>
            </a:extLst>
          </p:cNvPr>
          <p:cNvSpPr/>
          <p:nvPr/>
        </p:nvSpPr>
        <p:spPr>
          <a:xfrm>
            <a:off x="7465931" y="1528961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5A4766-DA33-4E41-9A42-61F82FD1D4E8}"/>
              </a:ext>
            </a:extLst>
          </p:cNvPr>
          <p:cNvSpPr/>
          <p:nvPr/>
        </p:nvSpPr>
        <p:spPr>
          <a:xfrm>
            <a:off x="8141255" y="1555458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600DDE-3066-471A-A1EC-EA451C371731}"/>
              </a:ext>
            </a:extLst>
          </p:cNvPr>
          <p:cNvSpPr/>
          <p:nvPr/>
        </p:nvSpPr>
        <p:spPr>
          <a:xfrm>
            <a:off x="2931637" y="2513044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F8D027-ABB6-4CD0-AAE0-D5A47F0C3F88}"/>
              </a:ext>
            </a:extLst>
          </p:cNvPr>
          <p:cNvCxnSpPr>
            <a:cxnSpLocks/>
          </p:cNvCxnSpPr>
          <p:nvPr/>
        </p:nvCxnSpPr>
        <p:spPr>
          <a:xfrm>
            <a:off x="3573624" y="250371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02EBE5-C623-4050-B04F-E4B912F29EBC}"/>
              </a:ext>
            </a:extLst>
          </p:cNvPr>
          <p:cNvCxnSpPr>
            <a:cxnSpLocks/>
          </p:cNvCxnSpPr>
          <p:nvPr/>
        </p:nvCxnSpPr>
        <p:spPr>
          <a:xfrm>
            <a:off x="4245428" y="251304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1ECA90-9DAE-43F8-98A4-C88B4589F918}"/>
              </a:ext>
            </a:extLst>
          </p:cNvPr>
          <p:cNvCxnSpPr>
            <a:cxnSpLocks/>
          </p:cNvCxnSpPr>
          <p:nvPr/>
        </p:nvCxnSpPr>
        <p:spPr>
          <a:xfrm>
            <a:off x="4889240" y="251304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986AFC-6166-4090-A579-4CD750DF3E26}"/>
              </a:ext>
            </a:extLst>
          </p:cNvPr>
          <p:cNvCxnSpPr>
            <a:cxnSpLocks/>
          </p:cNvCxnSpPr>
          <p:nvPr/>
        </p:nvCxnSpPr>
        <p:spPr>
          <a:xfrm>
            <a:off x="5514391" y="251304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94D240-1830-4C49-B637-45F190B47CC6}"/>
              </a:ext>
            </a:extLst>
          </p:cNvPr>
          <p:cNvCxnSpPr>
            <a:cxnSpLocks/>
          </p:cNvCxnSpPr>
          <p:nvPr/>
        </p:nvCxnSpPr>
        <p:spPr>
          <a:xfrm>
            <a:off x="6092889" y="251304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35F524-3B9E-4CCB-B6E5-F66B256D533A}"/>
              </a:ext>
            </a:extLst>
          </p:cNvPr>
          <p:cNvCxnSpPr>
            <a:cxnSpLocks/>
          </p:cNvCxnSpPr>
          <p:nvPr/>
        </p:nvCxnSpPr>
        <p:spPr>
          <a:xfrm>
            <a:off x="6755363" y="250371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EA1413-F1A0-4D69-BA3B-A5543B05821A}"/>
              </a:ext>
            </a:extLst>
          </p:cNvPr>
          <p:cNvCxnSpPr>
            <a:cxnSpLocks/>
          </p:cNvCxnSpPr>
          <p:nvPr/>
        </p:nvCxnSpPr>
        <p:spPr>
          <a:xfrm>
            <a:off x="7436498" y="250371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8398B8F-B892-4708-A27F-00FD4EA59AB9}"/>
              </a:ext>
            </a:extLst>
          </p:cNvPr>
          <p:cNvCxnSpPr>
            <a:cxnSpLocks/>
          </p:cNvCxnSpPr>
          <p:nvPr/>
        </p:nvCxnSpPr>
        <p:spPr>
          <a:xfrm>
            <a:off x="8126964" y="2503714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AFCCE6F-4855-4BA0-B145-A840D7C53E8D}"/>
              </a:ext>
            </a:extLst>
          </p:cNvPr>
          <p:cNvSpPr/>
          <p:nvPr/>
        </p:nvSpPr>
        <p:spPr>
          <a:xfrm>
            <a:off x="2931637" y="2612927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1F9D54-7563-4ADE-80A9-08A74FC6A0CC}"/>
              </a:ext>
            </a:extLst>
          </p:cNvPr>
          <p:cNvSpPr/>
          <p:nvPr/>
        </p:nvSpPr>
        <p:spPr>
          <a:xfrm>
            <a:off x="3715526" y="2603596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73B985-A3D0-4635-A3F6-CF5CDE34991C}"/>
              </a:ext>
            </a:extLst>
          </p:cNvPr>
          <p:cNvSpPr/>
          <p:nvPr/>
        </p:nvSpPr>
        <p:spPr>
          <a:xfrm>
            <a:off x="4334859" y="2603597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8E014F-A130-4AFE-A4DA-4B50F45E42BB}"/>
              </a:ext>
            </a:extLst>
          </p:cNvPr>
          <p:cNvSpPr/>
          <p:nvPr/>
        </p:nvSpPr>
        <p:spPr>
          <a:xfrm>
            <a:off x="4854215" y="2612927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47C2B6-1FB1-447C-976F-5844CEDFE392}"/>
              </a:ext>
            </a:extLst>
          </p:cNvPr>
          <p:cNvSpPr/>
          <p:nvPr/>
        </p:nvSpPr>
        <p:spPr>
          <a:xfrm>
            <a:off x="5459672" y="2603597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A02F7A-889F-4313-B082-418B4A6A8ED3}"/>
              </a:ext>
            </a:extLst>
          </p:cNvPr>
          <p:cNvSpPr/>
          <p:nvPr/>
        </p:nvSpPr>
        <p:spPr>
          <a:xfrm>
            <a:off x="6078488" y="2603596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2D18A8-180C-41ED-A5F0-7050A9FAE130}"/>
              </a:ext>
            </a:extLst>
          </p:cNvPr>
          <p:cNvSpPr/>
          <p:nvPr/>
        </p:nvSpPr>
        <p:spPr>
          <a:xfrm>
            <a:off x="6854509" y="2603596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75F514-0BE8-4573-8E14-07E7E4B97E7D}"/>
              </a:ext>
            </a:extLst>
          </p:cNvPr>
          <p:cNvSpPr/>
          <p:nvPr/>
        </p:nvSpPr>
        <p:spPr>
          <a:xfrm>
            <a:off x="7465931" y="257709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846EFB-5A66-4402-8DFE-EECF4B81AFC9}"/>
              </a:ext>
            </a:extLst>
          </p:cNvPr>
          <p:cNvSpPr/>
          <p:nvPr/>
        </p:nvSpPr>
        <p:spPr>
          <a:xfrm>
            <a:off x="8141255" y="2603596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E0EA0-487A-46C2-8CE5-393F2E64A34D}"/>
              </a:ext>
            </a:extLst>
          </p:cNvPr>
          <p:cNvSpPr/>
          <p:nvPr/>
        </p:nvSpPr>
        <p:spPr>
          <a:xfrm>
            <a:off x="2950298" y="3565847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A43CD95-CADA-4C7C-A3F0-594C43DA4090}"/>
              </a:ext>
            </a:extLst>
          </p:cNvPr>
          <p:cNvCxnSpPr>
            <a:cxnSpLocks/>
          </p:cNvCxnSpPr>
          <p:nvPr/>
        </p:nvCxnSpPr>
        <p:spPr>
          <a:xfrm>
            <a:off x="3592285" y="35565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B0F15E6-941F-42A1-886E-7194317CF8FB}"/>
              </a:ext>
            </a:extLst>
          </p:cNvPr>
          <p:cNvCxnSpPr>
            <a:cxnSpLocks/>
          </p:cNvCxnSpPr>
          <p:nvPr/>
        </p:nvCxnSpPr>
        <p:spPr>
          <a:xfrm>
            <a:off x="4264089" y="356584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CC509BC-2F67-4A02-A7F0-ADEBFDF50BCC}"/>
              </a:ext>
            </a:extLst>
          </p:cNvPr>
          <p:cNvCxnSpPr>
            <a:cxnSpLocks/>
          </p:cNvCxnSpPr>
          <p:nvPr/>
        </p:nvCxnSpPr>
        <p:spPr>
          <a:xfrm>
            <a:off x="4907901" y="356584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0A08A39-71A7-42F1-927B-4E09AE37BEAD}"/>
              </a:ext>
            </a:extLst>
          </p:cNvPr>
          <p:cNvCxnSpPr>
            <a:cxnSpLocks/>
          </p:cNvCxnSpPr>
          <p:nvPr/>
        </p:nvCxnSpPr>
        <p:spPr>
          <a:xfrm>
            <a:off x="5533052" y="356584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D829EAE-C6E7-4BAA-B59E-FE57241B02DC}"/>
              </a:ext>
            </a:extLst>
          </p:cNvPr>
          <p:cNvCxnSpPr>
            <a:cxnSpLocks/>
          </p:cNvCxnSpPr>
          <p:nvPr/>
        </p:nvCxnSpPr>
        <p:spPr>
          <a:xfrm>
            <a:off x="6111550" y="356584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D3F7CDA-A8C1-46EC-97CC-EC5E836ECA3F}"/>
              </a:ext>
            </a:extLst>
          </p:cNvPr>
          <p:cNvCxnSpPr>
            <a:cxnSpLocks/>
          </p:cNvCxnSpPr>
          <p:nvPr/>
        </p:nvCxnSpPr>
        <p:spPr>
          <a:xfrm>
            <a:off x="6774024" y="35565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C6E7971-8130-4A8C-9792-DD955F340FA5}"/>
              </a:ext>
            </a:extLst>
          </p:cNvPr>
          <p:cNvCxnSpPr>
            <a:cxnSpLocks/>
          </p:cNvCxnSpPr>
          <p:nvPr/>
        </p:nvCxnSpPr>
        <p:spPr>
          <a:xfrm>
            <a:off x="7455159" y="35565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18F2CF1-7C77-4A12-8A6B-EB9ED88DDB3D}"/>
              </a:ext>
            </a:extLst>
          </p:cNvPr>
          <p:cNvCxnSpPr>
            <a:cxnSpLocks/>
          </p:cNvCxnSpPr>
          <p:nvPr/>
        </p:nvCxnSpPr>
        <p:spPr>
          <a:xfrm>
            <a:off x="8145625" y="35565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9445766-97E5-4D28-A7A5-720A248AEFA7}"/>
              </a:ext>
            </a:extLst>
          </p:cNvPr>
          <p:cNvSpPr/>
          <p:nvPr/>
        </p:nvSpPr>
        <p:spPr>
          <a:xfrm>
            <a:off x="3072928" y="3665730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E75D95-62CB-4496-8C38-D35E2DAFC9E1}"/>
              </a:ext>
            </a:extLst>
          </p:cNvPr>
          <p:cNvSpPr/>
          <p:nvPr/>
        </p:nvSpPr>
        <p:spPr>
          <a:xfrm>
            <a:off x="3734187" y="3656399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F1EB8EC-8C65-4F47-B6C0-F39F68E1E541}"/>
              </a:ext>
            </a:extLst>
          </p:cNvPr>
          <p:cNvSpPr/>
          <p:nvPr/>
        </p:nvSpPr>
        <p:spPr>
          <a:xfrm>
            <a:off x="4230890" y="365640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6B9033D-22B6-47BF-97FB-16F0C39D9E39}"/>
              </a:ext>
            </a:extLst>
          </p:cNvPr>
          <p:cNvSpPr/>
          <p:nvPr/>
        </p:nvSpPr>
        <p:spPr>
          <a:xfrm>
            <a:off x="4872876" y="366573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88DA8E4-46D8-4CD3-9E62-B759D904DEBE}"/>
              </a:ext>
            </a:extLst>
          </p:cNvPr>
          <p:cNvSpPr/>
          <p:nvPr/>
        </p:nvSpPr>
        <p:spPr>
          <a:xfrm>
            <a:off x="5478333" y="365640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2741EB-287B-4977-B880-D5709F9A8A57}"/>
              </a:ext>
            </a:extLst>
          </p:cNvPr>
          <p:cNvSpPr/>
          <p:nvPr/>
        </p:nvSpPr>
        <p:spPr>
          <a:xfrm>
            <a:off x="6219779" y="3656399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AAE8C6F-170D-4C23-AC0D-3D40F7E08411}"/>
              </a:ext>
            </a:extLst>
          </p:cNvPr>
          <p:cNvSpPr/>
          <p:nvPr/>
        </p:nvSpPr>
        <p:spPr>
          <a:xfrm>
            <a:off x="6750540" y="365639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3A9BD2-52FD-4D7F-B508-908FB8BFB0DA}"/>
              </a:ext>
            </a:extLst>
          </p:cNvPr>
          <p:cNvSpPr/>
          <p:nvPr/>
        </p:nvSpPr>
        <p:spPr>
          <a:xfrm>
            <a:off x="7484592" y="362990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FA40E07-DFAD-4648-9FD9-E1DB5C98A074}"/>
              </a:ext>
            </a:extLst>
          </p:cNvPr>
          <p:cNvSpPr/>
          <p:nvPr/>
        </p:nvSpPr>
        <p:spPr>
          <a:xfrm>
            <a:off x="8159916" y="3656399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E260DA6-5B6E-4FD5-8C0B-38E58CD4D59C}"/>
              </a:ext>
            </a:extLst>
          </p:cNvPr>
          <p:cNvSpPr/>
          <p:nvPr/>
        </p:nvSpPr>
        <p:spPr>
          <a:xfrm>
            <a:off x="1055553" y="4597381"/>
            <a:ext cx="17678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result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6B62F19-BE9C-4533-BAA4-E597D924EADC}"/>
              </a:ext>
            </a:extLst>
          </p:cNvPr>
          <p:cNvSpPr/>
          <p:nvPr/>
        </p:nvSpPr>
        <p:spPr>
          <a:xfrm>
            <a:off x="2931637" y="4727609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424AA1-162C-4530-88D4-2EDBDC1BE3ED}"/>
              </a:ext>
            </a:extLst>
          </p:cNvPr>
          <p:cNvCxnSpPr>
            <a:cxnSpLocks/>
          </p:cNvCxnSpPr>
          <p:nvPr/>
        </p:nvCxnSpPr>
        <p:spPr>
          <a:xfrm>
            <a:off x="3573624" y="471827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DA8DB36-C74D-4810-9C47-76AD76FA6895}"/>
              </a:ext>
            </a:extLst>
          </p:cNvPr>
          <p:cNvCxnSpPr>
            <a:cxnSpLocks/>
          </p:cNvCxnSpPr>
          <p:nvPr/>
        </p:nvCxnSpPr>
        <p:spPr>
          <a:xfrm>
            <a:off x="4245428" y="47276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B0613C-3D04-4E14-BCC5-68EE9C021C1E}"/>
              </a:ext>
            </a:extLst>
          </p:cNvPr>
          <p:cNvCxnSpPr>
            <a:cxnSpLocks/>
          </p:cNvCxnSpPr>
          <p:nvPr/>
        </p:nvCxnSpPr>
        <p:spPr>
          <a:xfrm>
            <a:off x="4889240" y="47276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48B9A0-A33D-4E81-82B0-163901DF720C}"/>
              </a:ext>
            </a:extLst>
          </p:cNvPr>
          <p:cNvCxnSpPr>
            <a:cxnSpLocks/>
          </p:cNvCxnSpPr>
          <p:nvPr/>
        </p:nvCxnSpPr>
        <p:spPr>
          <a:xfrm>
            <a:off x="5514391" y="47276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4C8880D-ED2A-4B60-B033-B0BCAFB9C5F7}"/>
              </a:ext>
            </a:extLst>
          </p:cNvPr>
          <p:cNvCxnSpPr>
            <a:cxnSpLocks/>
          </p:cNvCxnSpPr>
          <p:nvPr/>
        </p:nvCxnSpPr>
        <p:spPr>
          <a:xfrm>
            <a:off x="6092889" y="47276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828205A-AA9B-48DC-84FE-3F963DE84792}"/>
              </a:ext>
            </a:extLst>
          </p:cNvPr>
          <p:cNvCxnSpPr>
            <a:cxnSpLocks/>
          </p:cNvCxnSpPr>
          <p:nvPr/>
        </p:nvCxnSpPr>
        <p:spPr>
          <a:xfrm>
            <a:off x="6755363" y="471827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73358D7-2DA8-4B88-AFB8-63F6194E4FBA}"/>
              </a:ext>
            </a:extLst>
          </p:cNvPr>
          <p:cNvCxnSpPr>
            <a:cxnSpLocks/>
          </p:cNvCxnSpPr>
          <p:nvPr/>
        </p:nvCxnSpPr>
        <p:spPr>
          <a:xfrm>
            <a:off x="7436498" y="471827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CC95F3B-C2C8-48FC-9624-70F926DAC1F2}"/>
              </a:ext>
            </a:extLst>
          </p:cNvPr>
          <p:cNvCxnSpPr>
            <a:cxnSpLocks/>
          </p:cNvCxnSpPr>
          <p:nvPr/>
        </p:nvCxnSpPr>
        <p:spPr>
          <a:xfrm>
            <a:off x="8126964" y="471827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4318AE22-36D5-4941-ABF3-DFE86C56AEF7}"/>
              </a:ext>
            </a:extLst>
          </p:cNvPr>
          <p:cNvSpPr/>
          <p:nvPr/>
        </p:nvSpPr>
        <p:spPr>
          <a:xfrm>
            <a:off x="3054267" y="482749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37CC957-61E5-4DED-85CA-10CBB2D63728}"/>
              </a:ext>
            </a:extLst>
          </p:cNvPr>
          <p:cNvSpPr/>
          <p:nvPr/>
        </p:nvSpPr>
        <p:spPr>
          <a:xfrm>
            <a:off x="3715526" y="4818161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413EE03-D7CE-4F99-8CF7-C5CAFC248F21}"/>
              </a:ext>
            </a:extLst>
          </p:cNvPr>
          <p:cNvSpPr/>
          <p:nvPr/>
        </p:nvSpPr>
        <p:spPr>
          <a:xfrm>
            <a:off x="4334859" y="481816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C656DCC-EDF1-4DCA-809B-7F9DD6DB044B}"/>
              </a:ext>
            </a:extLst>
          </p:cNvPr>
          <p:cNvSpPr/>
          <p:nvPr/>
        </p:nvSpPr>
        <p:spPr>
          <a:xfrm>
            <a:off x="4854215" y="482749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B11FFAA-69A7-4112-AAD2-9F081B43976C}"/>
              </a:ext>
            </a:extLst>
          </p:cNvPr>
          <p:cNvSpPr/>
          <p:nvPr/>
        </p:nvSpPr>
        <p:spPr>
          <a:xfrm>
            <a:off x="5459672" y="481816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E392673-7C04-4464-A5C3-8A8C45B188E3}"/>
              </a:ext>
            </a:extLst>
          </p:cNvPr>
          <p:cNvSpPr/>
          <p:nvPr/>
        </p:nvSpPr>
        <p:spPr>
          <a:xfrm>
            <a:off x="6078488" y="4818161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59A3E82-1778-48BF-A1EA-E7BCAE14520D}"/>
              </a:ext>
            </a:extLst>
          </p:cNvPr>
          <p:cNvSpPr/>
          <p:nvPr/>
        </p:nvSpPr>
        <p:spPr>
          <a:xfrm>
            <a:off x="6731879" y="4818161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601C4FE-0BA5-4F41-8F9D-74A9F4B65F91}"/>
              </a:ext>
            </a:extLst>
          </p:cNvPr>
          <p:cNvSpPr/>
          <p:nvPr/>
        </p:nvSpPr>
        <p:spPr>
          <a:xfrm>
            <a:off x="7465931" y="4791664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951DB1C-060D-4CCD-A05D-244EBF0A45AB}"/>
              </a:ext>
            </a:extLst>
          </p:cNvPr>
          <p:cNvSpPr/>
          <p:nvPr/>
        </p:nvSpPr>
        <p:spPr>
          <a:xfrm>
            <a:off x="8141255" y="4818161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615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B9A0EC-950D-4554-B023-D46D54D247FB}"/>
              </a:ext>
            </a:extLst>
          </p:cNvPr>
          <p:cNvSpPr txBox="1"/>
          <p:nvPr/>
        </p:nvSpPr>
        <p:spPr>
          <a:xfrm>
            <a:off x="1551269" y="325997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Selection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6F35D5-DF56-416C-B123-5B5E0FB5C20D}"/>
              </a:ext>
            </a:extLst>
          </p:cNvPr>
          <p:cNvSpPr/>
          <p:nvPr/>
        </p:nvSpPr>
        <p:spPr>
          <a:xfrm>
            <a:off x="2595735" y="1258657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96826C-15FF-4B3D-AB7E-0F96ED62E33F}"/>
              </a:ext>
            </a:extLst>
          </p:cNvPr>
          <p:cNvCxnSpPr>
            <a:cxnSpLocks/>
          </p:cNvCxnSpPr>
          <p:nvPr/>
        </p:nvCxnSpPr>
        <p:spPr>
          <a:xfrm>
            <a:off x="3237722" y="12493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98D342-D035-4E79-9497-AF6E304DB5CE}"/>
              </a:ext>
            </a:extLst>
          </p:cNvPr>
          <p:cNvCxnSpPr>
            <a:cxnSpLocks/>
          </p:cNvCxnSpPr>
          <p:nvPr/>
        </p:nvCxnSpPr>
        <p:spPr>
          <a:xfrm>
            <a:off x="3909526" y="125865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4CE75E-7A08-4C0A-8B81-287D310FA4B4}"/>
              </a:ext>
            </a:extLst>
          </p:cNvPr>
          <p:cNvCxnSpPr>
            <a:cxnSpLocks/>
          </p:cNvCxnSpPr>
          <p:nvPr/>
        </p:nvCxnSpPr>
        <p:spPr>
          <a:xfrm>
            <a:off x="4553338" y="125865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60CF4F-447E-47E4-9FB0-3A8FB51DCF5C}"/>
              </a:ext>
            </a:extLst>
          </p:cNvPr>
          <p:cNvCxnSpPr>
            <a:cxnSpLocks/>
          </p:cNvCxnSpPr>
          <p:nvPr/>
        </p:nvCxnSpPr>
        <p:spPr>
          <a:xfrm>
            <a:off x="5178489" y="125865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BB37FC-5447-4B81-9228-4F0E1880A90E}"/>
              </a:ext>
            </a:extLst>
          </p:cNvPr>
          <p:cNvCxnSpPr>
            <a:cxnSpLocks/>
          </p:cNvCxnSpPr>
          <p:nvPr/>
        </p:nvCxnSpPr>
        <p:spPr>
          <a:xfrm>
            <a:off x="5756987" y="125865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55EAA1-2C25-49E3-AB9A-0DE6CD08FEFD}"/>
              </a:ext>
            </a:extLst>
          </p:cNvPr>
          <p:cNvCxnSpPr>
            <a:cxnSpLocks/>
          </p:cNvCxnSpPr>
          <p:nvPr/>
        </p:nvCxnSpPr>
        <p:spPr>
          <a:xfrm>
            <a:off x="6419461" y="12493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48A3DB-E363-43CD-BBDC-2987464397D3}"/>
              </a:ext>
            </a:extLst>
          </p:cNvPr>
          <p:cNvCxnSpPr>
            <a:cxnSpLocks/>
          </p:cNvCxnSpPr>
          <p:nvPr/>
        </p:nvCxnSpPr>
        <p:spPr>
          <a:xfrm>
            <a:off x="7100596" y="12493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E984B5-1008-4B10-AF32-931966C468A7}"/>
              </a:ext>
            </a:extLst>
          </p:cNvPr>
          <p:cNvCxnSpPr>
            <a:cxnSpLocks/>
          </p:cNvCxnSpPr>
          <p:nvPr/>
        </p:nvCxnSpPr>
        <p:spPr>
          <a:xfrm>
            <a:off x="7791062" y="124932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5F92DDA-A518-480D-966D-1004424AECA5}"/>
              </a:ext>
            </a:extLst>
          </p:cNvPr>
          <p:cNvSpPr/>
          <p:nvPr/>
        </p:nvSpPr>
        <p:spPr>
          <a:xfrm>
            <a:off x="2595735" y="135854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F81B35-56AE-4EA3-B16B-1BBC6B9A7FC3}"/>
              </a:ext>
            </a:extLst>
          </p:cNvPr>
          <p:cNvSpPr/>
          <p:nvPr/>
        </p:nvSpPr>
        <p:spPr>
          <a:xfrm>
            <a:off x="3256994" y="134920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E3B0B9-8C86-43C1-80AF-D3C4C321BFE1}"/>
              </a:ext>
            </a:extLst>
          </p:cNvPr>
          <p:cNvSpPr/>
          <p:nvPr/>
        </p:nvSpPr>
        <p:spPr>
          <a:xfrm>
            <a:off x="3998958" y="1349210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E8F08D-A5D9-492A-9FD6-02BECF5DF37E}"/>
              </a:ext>
            </a:extLst>
          </p:cNvPr>
          <p:cNvSpPr/>
          <p:nvPr/>
        </p:nvSpPr>
        <p:spPr>
          <a:xfrm>
            <a:off x="4640943" y="1358540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5E3041-7D5C-49CB-AEAF-4AB27BAD528B}"/>
              </a:ext>
            </a:extLst>
          </p:cNvPr>
          <p:cNvSpPr/>
          <p:nvPr/>
        </p:nvSpPr>
        <p:spPr>
          <a:xfrm>
            <a:off x="5123770" y="134921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0E935E-56E0-4B98-B365-F89FBA7AA3D7}"/>
              </a:ext>
            </a:extLst>
          </p:cNvPr>
          <p:cNvSpPr/>
          <p:nvPr/>
        </p:nvSpPr>
        <p:spPr>
          <a:xfrm>
            <a:off x="5742586" y="134920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E23630-29D5-4140-B3B1-405FDAE9AEC2}"/>
              </a:ext>
            </a:extLst>
          </p:cNvPr>
          <p:cNvSpPr/>
          <p:nvPr/>
        </p:nvSpPr>
        <p:spPr>
          <a:xfrm>
            <a:off x="6518607" y="1349209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DE005E-80A0-42C4-A8FD-B77AF0E27CE5}"/>
              </a:ext>
            </a:extLst>
          </p:cNvPr>
          <p:cNvSpPr/>
          <p:nvPr/>
        </p:nvSpPr>
        <p:spPr>
          <a:xfrm>
            <a:off x="7130029" y="132271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F4D65E-A45D-420A-9C42-DA89CF8EE1AC}"/>
              </a:ext>
            </a:extLst>
          </p:cNvPr>
          <p:cNvSpPr/>
          <p:nvPr/>
        </p:nvSpPr>
        <p:spPr>
          <a:xfrm>
            <a:off x="7805353" y="1349209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E22764-C79B-43C6-85DE-4000357C3068}"/>
              </a:ext>
            </a:extLst>
          </p:cNvPr>
          <p:cNvSpPr/>
          <p:nvPr/>
        </p:nvSpPr>
        <p:spPr>
          <a:xfrm>
            <a:off x="2595735" y="2267339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3AEAB8-E759-4424-B4BF-87BDF471F664}"/>
              </a:ext>
            </a:extLst>
          </p:cNvPr>
          <p:cNvCxnSpPr>
            <a:cxnSpLocks/>
          </p:cNvCxnSpPr>
          <p:nvPr/>
        </p:nvCxnSpPr>
        <p:spPr>
          <a:xfrm>
            <a:off x="3237722" y="22580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577919-9136-467D-8A99-2197E26236DD}"/>
              </a:ext>
            </a:extLst>
          </p:cNvPr>
          <p:cNvCxnSpPr>
            <a:cxnSpLocks/>
          </p:cNvCxnSpPr>
          <p:nvPr/>
        </p:nvCxnSpPr>
        <p:spPr>
          <a:xfrm>
            <a:off x="3909526" y="22673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7DF8AE-855B-4190-9295-9954CC0D64B5}"/>
              </a:ext>
            </a:extLst>
          </p:cNvPr>
          <p:cNvCxnSpPr>
            <a:cxnSpLocks/>
          </p:cNvCxnSpPr>
          <p:nvPr/>
        </p:nvCxnSpPr>
        <p:spPr>
          <a:xfrm>
            <a:off x="4553338" y="22673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469D738-6CE8-439E-9C8E-7AF068C9124A}"/>
              </a:ext>
            </a:extLst>
          </p:cNvPr>
          <p:cNvCxnSpPr>
            <a:cxnSpLocks/>
          </p:cNvCxnSpPr>
          <p:nvPr/>
        </p:nvCxnSpPr>
        <p:spPr>
          <a:xfrm>
            <a:off x="5178489" y="22673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58B5CA-E458-4535-8079-D7CC2CA1F4EE}"/>
              </a:ext>
            </a:extLst>
          </p:cNvPr>
          <p:cNvCxnSpPr>
            <a:cxnSpLocks/>
          </p:cNvCxnSpPr>
          <p:nvPr/>
        </p:nvCxnSpPr>
        <p:spPr>
          <a:xfrm>
            <a:off x="5756987" y="226733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8F648C-4BD1-4DDF-940C-4A59BD149577}"/>
              </a:ext>
            </a:extLst>
          </p:cNvPr>
          <p:cNvCxnSpPr>
            <a:cxnSpLocks/>
          </p:cNvCxnSpPr>
          <p:nvPr/>
        </p:nvCxnSpPr>
        <p:spPr>
          <a:xfrm>
            <a:off x="6419461" y="22580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E5DE676-4669-4F68-8977-6E319BA00EC5}"/>
              </a:ext>
            </a:extLst>
          </p:cNvPr>
          <p:cNvCxnSpPr>
            <a:cxnSpLocks/>
          </p:cNvCxnSpPr>
          <p:nvPr/>
        </p:nvCxnSpPr>
        <p:spPr>
          <a:xfrm>
            <a:off x="7100596" y="22580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19927F-666E-4E31-A045-D438A55A9E03}"/>
              </a:ext>
            </a:extLst>
          </p:cNvPr>
          <p:cNvCxnSpPr>
            <a:cxnSpLocks/>
          </p:cNvCxnSpPr>
          <p:nvPr/>
        </p:nvCxnSpPr>
        <p:spPr>
          <a:xfrm>
            <a:off x="7791062" y="22580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08EFBE3-6CDA-48DF-9BAB-0A99EB4848D9}"/>
              </a:ext>
            </a:extLst>
          </p:cNvPr>
          <p:cNvSpPr/>
          <p:nvPr/>
        </p:nvSpPr>
        <p:spPr>
          <a:xfrm>
            <a:off x="2718365" y="236722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64C658-847F-49BC-A2AE-53C2E87F4795}"/>
              </a:ext>
            </a:extLst>
          </p:cNvPr>
          <p:cNvSpPr/>
          <p:nvPr/>
        </p:nvSpPr>
        <p:spPr>
          <a:xfrm>
            <a:off x="3256994" y="2357891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38ABC9-AFDD-45D5-8ED6-4E562B288FA7}"/>
              </a:ext>
            </a:extLst>
          </p:cNvPr>
          <p:cNvSpPr/>
          <p:nvPr/>
        </p:nvSpPr>
        <p:spPr>
          <a:xfrm>
            <a:off x="3876328" y="235789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3842575-A33F-4B50-B8BB-872E7BD51BB2}"/>
              </a:ext>
            </a:extLst>
          </p:cNvPr>
          <p:cNvSpPr/>
          <p:nvPr/>
        </p:nvSpPr>
        <p:spPr>
          <a:xfrm>
            <a:off x="4640943" y="236722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AFDEF6-F4CD-4B49-B527-FCC4EE051C82}"/>
              </a:ext>
            </a:extLst>
          </p:cNvPr>
          <p:cNvSpPr/>
          <p:nvPr/>
        </p:nvSpPr>
        <p:spPr>
          <a:xfrm>
            <a:off x="5123770" y="235789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4F2678-15C4-48F3-A2E0-AF1F586937A5}"/>
              </a:ext>
            </a:extLst>
          </p:cNvPr>
          <p:cNvSpPr/>
          <p:nvPr/>
        </p:nvSpPr>
        <p:spPr>
          <a:xfrm>
            <a:off x="5742586" y="2357891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45F6FE8-5794-4D2C-A2E9-5EE2D8B092EE}"/>
              </a:ext>
            </a:extLst>
          </p:cNvPr>
          <p:cNvSpPr/>
          <p:nvPr/>
        </p:nvSpPr>
        <p:spPr>
          <a:xfrm>
            <a:off x="6518607" y="2357891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C7FCDE6-7517-4CC1-88B7-5CF53F40D7BA}"/>
              </a:ext>
            </a:extLst>
          </p:cNvPr>
          <p:cNvSpPr/>
          <p:nvPr/>
        </p:nvSpPr>
        <p:spPr>
          <a:xfrm>
            <a:off x="7130029" y="2331394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11A74A-79CF-4940-840B-5A003931F773}"/>
              </a:ext>
            </a:extLst>
          </p:cNvPr>
          <p:cNvSpPr/>
          <p:nvPr/>
        </p:nvSpPr>
        <p:spPr>
          <a:xfrm>
            <a:off x="7805353" y="2357891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C3D1CB-7F39-4F67-BB3D-B81CD13FA842}"/>
              </a:ext>
            </a:extLst>
          </p:cNvPr>
          <p:cNvSpPr/>
          <p:nvPr/>
        </p:nvSpPr>
        <p:spPr>
          <a:xfrm>
            <a:off x="2595735" y="3329117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21FA3C3-7D36-45FF-8030-C2DAC0FB2C69}"/>
              </a:ext>
            </a:extLst>
          </p:cNvPr>
          <p:cNvCxnSpPr>
            <a:cxnSpLocks/>
          </p:cNvCxnSpPr>
          <p:nvPr/>
        </p:nvCxnSpPr>
        <p:spPr>
          <a:xfrm>
            <a:off x="3237722" y="331978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BF15E9C-EFA6-4E0C-A77D-6473F0E92125}"/>
              </a:ext>
            </a:extLst>
          </p:cNvPr>
          <p:cNvCxnSpPr>
            <a:cxnSpLocks/>
          </p:cNvCxnSpPr>
          <p:nvPr/>
        </p:nvCxnSpPr>
        <p:spPr>
          <a:xfrm>
            <a:off x="3909526" y="33291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4BAC794-5DA9-4DED-8807-40D3F9EF9FCA}"/>
              </a:ext>
            </a:extLst>
          </p:cNvPr>
          <p:cNvCxnSpPr>
            <a:cxnSpLocks/>
          </p:cNvCxnSpPr>
          <p:nvPr/>
        </p:nvCxnSpPr>
        <p:spPr>
          <a:xfrm>
            <a:off x="4553338" y="33291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A08A409-1C2C-49D9-9961-BA4429CC4EB2}"/>
              </a:ext>
            </a:extLst>
          </p:cNvPr>
          <p:cNvCxnSpPr>
            <a:cxnSpLocks/>
          </p:cNvCxnSpPr>
          <p:nvPr/>
        </p:nvCxnSpPr>
        <p:spPr>
          <a:xfrm>
            <a:off x="5178489" y="33291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F02B4D6-4DB8-4220-8772-F8F5E79E5F14}"/>
              </a:ext>
            </a:extLst>
          </p:cNvPr>
          <p:cNvCxnSpPr>
            <a:cxnSpLocks/>
          </p:cNvCxnSpPr>
          <p:nvPr/>
        </p:nvCxnSpPr>
        <p:spPr>
          <a:xfrm>
            <a:off x="5756987" y="332911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ED17937-A987-478B-9690-4A21B6AAA191}"/>
              </a:ext>
            </a:extLst>
          </p:cNvPr>
          <p:cNvCxnSpPr>
            <a:cxnSpLocks/>
          </p:cNvCxnSpPr>
          <p:nvPr/>
        </p:nvCxnSpPr>
        <p:spPr>
          <a:xfrm>
            <a:off x="6419461" y="331978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DD976AC-B8A3-4B2F-853D-45CAACDE01FC}"/>
              </a:ext>
            </a:extLst>
          </p:cNvPr>
          <p:cNvCxnSpPr>
            <a:cxnSpLocks/>
          </p:cNvCxnSpPr>
          <p:nvPr/>
        </p:nvCxnSpPr>
        <p:spPr>
          <a:xfrm>
            <a:off x="7100596" y="331978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91D38A1-D8C0-4108-8DE2-E0E868CDCCE6}"/>
              </a:ext>
            </a:extLst>
          </p:cNvPr>
          <p:cNvCxnSpPr>
            <a:cxnSpLocks/>
          </p:cNvCxnSpPr>
          <p:nvPr/>
        </p:nvCxnSpPr>
        <p:spPr>
          <a:xfrm>
            <a:off x="7791062" y="3319787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36D440A9-A330-4C8B-84FE-E899B93E707D}"/>
              </a:ext>
            </a:extLst>
          </p:cNvPr>
          <p:cNvSpPr/>
          <p:nvPr/>
        </p:nvSpPr>
        <p:spPr>
          <a:xfrm>
            <a:off x="2718365" y="3429000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08E83C-0D16-4D33-BD23-9F276CC93E00}"/>
              </a:ext>
            </a:extLst>
          </p:cNvPr>
          <p:cNvSpPr/>
          <p:nvPr/>
        </p:nvSpPr>
        <p:spPr>
          <a:xfrm>
            <a:off x="3379624" y="3419669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4EAB370-48FC-434B-8A0C-0BB504782045}"/>
              </a:ext>
            </a:extLst>
          </p:cNvPr>
          <p:cNvSpPr/>
          <p:nvPr/>
        </p:nvSpPr>
        <p:spPr>
          <a:xfrm>
            <a:off x="3876328" y="341967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FE44F6E-23BD-4A6C-8108-BD724A40A25B}"/>
              </a:ext>
            </a:extLst>
          </p:cNvPr>
          <p:cNvSpPr/>
          <p:nvPr/>
        </p:nvSpPr>
        <p:spPr>
          <a:xfrm>
            <a:off x="4640943" y="3429000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EEEF41A-E321-4C0F-AC9B-F23633EBF58D}"/>
              </a:ext>
            </a:extLst>
          </p:cNvPr>
          <p:cNvSpPr/>
          <p:nvPr/>
        </p:nvSpPr>
        <p:spPr>
          <a:xfrm>
            <a:off x="5123770" y="3419670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92919EE-EE14-45D1-B93F-15D7622862F7}"/>
              </a:ext>
            </a:extLst>
          </p:cNvPr>
          <p:cNvSpPr/>
          <p:nvPr/>
        </p:nvSpPr>
        <p:spPr>
          <a:xfrm>
            <a:off x="5742586" y="341966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184AAE8-69A2-443D-A3D9-6D59E1104D42}"/>
              </a:ext>
            </a:extLst>
          </p:cNvPr>
          <p:cNvSpPr/>
          <p:nvPr/>
        </p:nvSpPr>
        <p:spPr>
          <a:xfrm>
            <a:off x="6395977" y="341966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CB30ED2-DEE7-429E-98C6-5E1044594606}"/>
              </a:ext>
            </a:extLst>
          </p:cNvPr>
          <p:cNvSpPr/>
          <p:nvPr/>
        </p:nvSpPr>
        <p:spPr>
          <a:xfrm>
            <a:off x="7130029" y="339317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A1970D4-DAC7-4B95-A938-DF15DA3A327A}"/>
              </a:ext>
            </a:extLst>
          </p:cNvPr>
          <p:cNvSpPr/>
          <p:nvPr/>
        </p:nvSpPr>
        <p:spPr>
          <a:xfrm>
            <a:off x="7805353" y="3419669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BC0530B-4A5B-48B5-9CBD-05461AA84E3C}"/>
              </a:ext>
            </a:extLst>
          </p:cNvPr>
          <p:cNvSpPr/>
          <p:nvPr/>
        </p:nvSpPr>
        <p:spPr>
          <a:xfrm>
            <a:off x="2592310" y="4386230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87EA6E4-ADFA-4F39-B760-0BEE1E350290}"/>
              </a:ext>
            </a:extLst>
          </p:cNvPr>
          <p:cNvCxnSpPr>
            <a:cxnSpLocks/>
          </p:cNvCxnSpPr>
          <p:nvPr/>
        </p:nvCxnSpPr>
        <p:spPr>
          <a:xfrm>
            <a:off x="3234297" y="43769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64245DE-B228-4039-970C-A9F24FE0791D}"/>
              </a:ext>
            </a:extLst>
          </p:cNvPr>
          <p:cNvCxnSpPr>
            <a:cxnSpLocks/>
          </p:cNvCxnSpPr>
          <p:nvPr/>
        </p:nvCxnSpPr>
        <p:spPr>
          <a:xfrm>
            <a:off x="3906101" y="43862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9C57D47-FD97-4489-90CD-5C5B4E88A3A8}"/>
              </a:ext>
            </a:extLst>
          </p:cNvPr>
          <p:cNvCxnSpPr>
            <a:cxnSpLocks/>
          </p:cNvCxnSpPr>
          <p:nvPr/>
        </p:nvCxnSpPr>
        <p:spPr>
          <a:xfrm>
            <a:off x="4549913" y="43862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776B8A4-F4D1-445A-A4FD-51A9814D977F}"/>
              </a:ext>
            </a:extLst>
          </p:cNvPr>
          <p:cNvCxnSpPr>
            <a:cxnSpLocks/>
          </p:cNvCxnSpPr>
          <p:nvPr/>
        </p:nvCxnSpPr>
        <p:spPr>
          <a:xfrm>
            <a:off x="5175064" y="43862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8AAF96D-E6FF-4CCC-BFEF-74086336E6F2}"/>
              </a:ext>
            </a:extLst>
          </p:cNvPr>
          <p:cNvCxnSpPr>
            <a:cxnSpLocks/>
          </p:cNvCxnSpPr>
          <p:nvPr/>
        </p:nvCxnSpPr>
        <p:spPr>
          <a:xfrm>
            <a:off x="5753562" y="43862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D95D94-D628-4A59-A6B4-CBC2D7375AC7}"/>
              </a:ext>
            </a:extLst>
          </p:cNvPr>
          <p:cNvCxnSpPr>
            <a:cxnSpLocks/>
          </p:cNvCxnSpPr>
          <p:nvPr/>
        </p:nvCxnSpPr>
        <p:spPr>
          <a:xfrm>
            <a:off x="6416036" y="43769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05BC6AC-3360-49F9-A3BC-954E104307D6}"/>
              </a:ext>
            </a:extLst>
          </p:cNvPr>
          <p:cNvCxnSpPr>
            <a:cxnSpLocks/>
          </p:cNvCxnSpPr>
          <p:nvPr/>
        </p:nvCxnSpPr>
        <p:spPr>
          <a:xfrm>
            <a:off x="7097171" y="43769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81096D4-3690-4086-8A22-1C1FA1200428}"/>
              </a:ext>
            </a:extLst>
          </p:cNvPr>
          <p:cNvCxnSpPr>
            <a:cxnSpLocks/>
          </p:cNvCxnSpPr>
          <p:nvPr/>
        </p:nvCxnSpPr>
        <p:spPr>
          <a:xfrm>
            <a:off x="7787637" y="43769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CB33EAA-DEC9-47A2-AEAA-5059E227EE53}"/>
              </a:ext>
            </a:extLst>
          </p:cNvPr>
          <p:cNvSpPr/>
          <p:nvPr/>
        </p:nvSpPr>
        <p:spPr>
          <a:xfrm>
            <a:off x="2714940" y="4486113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9B4DD7C-D3C9-47B0-AF51-7B60FB8E02E8}"/>
              </a:ext>
            </a:extLst>
          </p:cNvPr>
          <p:cNvSpPr/>
          <p:nvPr/>
        </p:nvSpPr>
        <p:spPr>
          <a:xfrm>
            <a:off x="3376199" y="447678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0275686-013E-47FE-AABA-F8861CAB138A}"/>
              </a:ext>
            </a:extLst>
          </p:cNvPr>
          <p:cNvSpPr/>
          <p:nvPr/>
        </p:nvSpPr>
        <p:spPr>
          <a:xfrm>
            <a:off x="3995533" y="4476783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B3647C9-67C1-47CF-A595-5B5F316BFCD8}"/>
              </a:ext>
            </a:extLst>
          </p:cNvPr>
          <p:cNvSpPr/>
          <p:nvPr/>
        </p:nvSpPr>
        <p:spPr>
          <a:xfrm>
            <a:off x="4514888" y="448611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652837B-565D-44E0-B987-7907C9975004}"/>
              </a:ext>
            </a:extLst>
          </p:cNvPr>
          <p:cNvSpPr/>
          <p:nvPr/>
        </p:nvSpPr>
        <p:spPr>
          <a:xfrm>
            <a:off x="5120345" y="447678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009A98F-B452-4A3A-B9DF-F0C4040B18FC}"/>
              </a:ext>
            </a:extLst>
          </p:cNvPr>
          <p:cNvSpPr/>
          <p:nvPr/>
        </p:nvSpPr>
        <p:spPr>
          <a:xfrm>
            <a:off x="5739161" y="447678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15D594F-6882-47C9-8AB5-7858D09705FD}"/>
              </a:ext>
            </a:extLst>
          </p:cNvPr>
          <p:cNvSpPr/>
          <p:nvPr/>
        </p:nvSpPr>
        <p:spPr>
          <a:xfrm>
            <a:off x="6392552" y="447678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8FF3350-27F1-41F2-BD7C-4E200DA9C28D}"/>
              </a:ext>
            </a:extLst>
          </p:cNvPr>
          <p:cNvSpPr/>
          <p:nvPr/>
        </p:nvSpPr>
        <p:spPr>
          <a:xfrm>
            <a:off x="7126604" y="4450285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9317A97-FED4-4AC3-AD03-B7A13B4F1E0B}"/>
              </a:ext>
            </a:extLst>
          </p:cNvPr>
          <p:cNvSpPr/>
          <p:nvPr/>
        </p:nvSpPr>
        <p:spPr>
          <a:xfrm>
            <a:off x="7801928" y="4476782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2F0FF06-DA37-4A7B-9557-BCBE0DF9BAAF}"/>
              </a:ext>
            </a:extLst>
          </p:cNvPr>
          <p:cNvSpPr/>
          <p:nvPr/>
        </p:nvSpPr>
        <p:spPr>
          <a:xfrm>
            <a:off x="1047201" y="5351599"/>
            <a:ext cx="14751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result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01C062-9083-4063-9002-26D89101EB85}"/>
              </a:ext>
            </a:extLst>
          </p:cNvPr>
          <p:cNvSpPr/>
          <p:nvPr/>
        </p:nvSpPr>
        <p:spPr>
          <a:xfrm>
            <a:off x="2592310" y="5409443"/>
            <a:ext cx="5847182" cy="7837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AEFF7F7-1D36-4014-AEF7-8F9BF11BEAE1}"/>
              </a:ext>
            </a:extLst>
          </p:cNvPr>
          <p:cNvCxnSpPr>
            <a:cxnSpLocks/>
          </p:cNvCxnSpPr>
          <p:nvPr/>
        </p:nvCxnSpPr>
        <p:spPr>
          <a:xfrm>
            <a:off x="3234297" y="540011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0C95ED6-D499-4F41-97EF-950D34CCED73}"/>
              </a:ext>
            </a:extLst>
          </p:cNvPr>
          <p:cNvCxnSpPr>
            <a:cxnSpLocks/>
          </p:cNvCxnSpPr>
          <p:nvPr/>
        </p:nvCxnSpPr>
        <p:spPr>
          <a:xfrm>
            <a:off x="3906101" y="540944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F9468F6-F902-42FE-8082-01BD4741991F}"/>
              </a:ext>
            </a:extLst>
          </p:cNvPr>
          <p:cNvCxnSpPr>
            <a:cxnSpLocks/>
          </p:cNvCxnSpPr>
          <p:nvPr/>
        </p:nvCxnSpPr>
        <p:spPr>
          <a:xfrm>
            <a:off x="4549913" y="540944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CD760D0-943C-4B30-A017-D70C4C3D8A6D}"/>
              </a:ext>
            </a:extLst>
          </p:cNvPr>
          <p:cNvCxnSpPr>
            <a:cxnSpLocks/>
          </p:cNvCxnSpPr>
          <p:nvPr/>
        </p:nvCxnSpPr>
        <p:spPr>
          <a:xfrm>
            <a:off x="5175064" y="540944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56BE569-C7D1-45BF-8E55-A98B1E5E064A}"/>
              </a:ext>
            </a:extLst>
          </p:cNvPr>
          <p:cNvCxnSpPr>
            <a:cxnSpLocks/>
          </p:cNvCxnSpPr>
          <p:nvPr/>
        </p:nvCxnSpPr>
        <p:spPr>
          <a:xfrm>
            <a:off x="5753562" y="540944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570C436-354A-487F-ACFD-987E6D97624D}"/>
              </a:ext>
            </a:extLst>
          </p:cNvPr>
          <p:cNvCxnSpPr>
            <a:cxnSpLocks/>
          </p:cNvCxnSpPr>
          <p:nvPr/>
        </p:nvCxnSpPr>
        <p:spPr>
          <a:xfrm>
            <a:off x="6416036" y="540011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BFC9C93-0AF0-428A-9903-848876FEF6A7}"/>
              </a:ext>
            </a:extLst>
          </p:cNvPr>
          <p:cNvCxnSpPr>
            <a:cxnSpLocks/>
          </p:cNvCxnSpPr>
          <p:nvPr/>
        </p:nvCxnSpPr>
        <p:spPr>
          <a:xfrm>
            <a:off x="7097171" y="540011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29A199D-0943-4A80-8818-6EE8127A6DEE}"/>
              </a:ext>
            </a:extLst>
          </p:cNvPr>
          <p:cNvCxnSpPr>
            <a:cxnSpLocks/>
          </p:cNvCxnSpPr>
          <p:nvPr/>
        </p:nvCxnSpPr>
        <p:spPr>
          <a:xfrm>
            <a:off x="7787637" y="540011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915C884-9394-412C-903D-B0633A292C79}"/>
              </a:ext>
            </a:extLst>
          </p:cNvPr>
          <p:cNvSpPr/>
          <p:nvPr/>
        </p:nvSpPr>
        <p:spPr>
          <a:xfrm>
            <a:off x="2714940" y="5509326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CEB9CF8-D1D9-4011-B42E-B9B509C157BC}"/>
              </a:ext>
            </a:extLst>
          </p:cNvPr>
          <p:cNvSpPr/>
          <p:nvPr/>
        </p:nvSpPr>
        <p:spPr>
          <a:xfrm>
            <a:off x="3376199" y="5499995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0255010-5C4C-43A8-9355-53E6B55E0798}"/>
              </a:ext>
            </a:extLst>
          </p:cNvPr>
          <p:cNvSpPr/>
          <p:nvPr/>
        </p:nvSpPr>
        <p:spPr>
          <a:xfrm>
            <a:off x="3995532" y="5499996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50485ED-BD6A-4806-9345-5C8FE228DFC3}"/>
              </a:ext>
            </a:extLst>
          </p:cNvPr>
          <p:cNvSpPr/>
          <p:nvPr/>
        </p:nvSpPr>
        <p:spPr>
          <a:xfrm>
            <a:off x="4514888" y="5509326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A00854A-67F4-4313-B480-4C87D934DE52}"/>
              </a:ext>
            </a:extLst>
          </p:cNvPr>
          <p:cNvSpPr/>
          <p:nvPr/>
        </p:nvSpPr>
        <p:spPr>
          <a:xfrm>
            <a:off x="5120345" y="5499996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C4E9E3F-66BA-427D-BA54-A1850935DE51}"/>
              </a:ext>
            </a:extLst>
          </p:cNvPr>
          <p:cNvSpPr/>
          <p:nvPr/>
        </p:nvSpPr>
        <p:spPr>
          <a:xfrm>
            <a:off x="5739161" y="5499995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F149B08-B81F-48C6-BCA6-8A4EA6866364}"/>
              </a:ext>
            </a:extLst>
          </p:cNvPr>
          <p:cNvSpPr/>
          <p:nvPr/>
        </p:nvSpPr>
        <p:spPr>
          <a:xfrm>
            <a:off x="6392552" y="5499995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22B9F31-A8C2-4FFF-91D6-5B8340345419}"/>
              </a:ext>
            </a:extLst>
          </p:cNvPr>
          <p:cNvSpPr/>
          <p:nvPr/>
        </p:nvSpPr>
        <p:spPr>
          <a:xfrm>
            <a:off x="7126604" y="5473498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000040CC-C4DD-43D2-95B1-A5348B49A315}"/>
              </a:ext>
            </a:extLst>
          </p:cNvPr>
          <p:cNvSpPr/>
          <p:nvPr/>
        </p:nvSpPr>
        <p:spPr>
          <a:xfrm>
            <a:off x="7801928" y="5499995"/>
            <a:ext cx="6206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174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1C7A14-2515-43E9-8F76-BB49FCD537DA}"/>
              </a:ext>
            </a:extLst>
          </p:cNvPr>
          <p:cNvSpPr/>
          <p:nvPr/>
        </p:nvSpPr>
        <p:spPr>
          <a:xfrm>
            <a:off x="2866752" y="904669"/>
            <a:ext cx="5108665" cy="83469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D68253-448F-4FBD-9E69-EDF134943F03}"/>
              </a:ext>
            </a:extLst>
          </p:cNvPr>
          <p:cNvCxnSpPr>
            <a:cxnSpLocks/>
          </p:cNvCxnSpPr>
          <p:nvPr/>
        </p:nvCxnSpPr>
        <p:spPr>
          <a:xfrm>
            <a:off x="3480318" y="914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E25C31-1653-4F85-98CD-3A4871DCE15F}"/>
              </a:ext>
            </a:extLst>
          </p:cNvPr>
          <p:cNvCxnSpPr>
            <a:cxnSpLocks/>
          </p:cNvCxnSpPr>
          <p:nvPr/>
        </p:nvCxnSpPr>
        <p:spPr>
          <a:xfrm>
            <a:off x="4152122" y="9233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E3A4DF-9571-4869-95E4-DDA74E3DD84E}"/>
              </a:ext>
            </a:extLst>
          </p:cNvPr>
          <p:cNvCxnSpPr>
            <a:cxnSpLocks/>
          </p:cNvCxnSpPr>
          <p:nvPr/>
        </p:nvCxnSpPr>
        <p:spPr>
          <a:xfrm>
            <a:off x="4795934" y="9233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478AF4-8202-4561-9064-4E7F7C355CC0}"/>
              </a:ext>
            </a:extLst>
          </p:cNvPr>
          <p:cNvCxnSpPr>
            <a:cxnSpLocks/>
          </p:cNvCxnSpPr>
          <p:nvPr/>
        </p:nvCxnSpPr>
        <p:spPr>
          <a:xfrm>
            <a:off x="5421085" y="9233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8D4BBD-0A1B-42C0-9AF0-E1F424AFD7AA}"/>
              </a:ext>
            </a:extLst>
          </p:cNvPr>
          <p:cNvCxnSpPr>
            <a:cxnSpLocks/>
          </p:cNvCxnSpPr>
          <p:nvPr/>
        </p:nvCxnSpPr>
        <p:spPr>
          <a:xfrm>
            <a:off x="5999583" y="92333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2281E6-6B22-4731-8FE4-33F2402F0F46}"/>
              </a:ext>
            </a:extLst>
          </p:cNvPr>
          <p:cNvCxnSpPr>
            <a:cxnSpLocks/>
          </p:cNvCxnSpPr>
          <p:nvPr/>
        </p:nvCxnSpPr>
        <p:spPr>
          <a:xfrm>
            <a:off x="6662057" y="914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1FE279-49F0-4F33-8194-2B80A65B3808}"/>
              </a:ext>
            </a:extLst>
          </p:cNvPr>
          <p:cNvCxnSpPr>
            <a:cxnSpLocks/>
          </p:cNvCxnSpPr>
          <p:nvPr/>
        </p:nvCxnSpPr>
        <p:spPr>
          <a:xfrm>
            <a:off x="7343192" y="9140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EE3256A-ABE8-4E4B-8463-9535620E2DD5}"/>
              </a:ext>
            </a:extLst>
          </p:cNvPr>
          <p:cNvSpPr/>
          <p:nvPr/>
        </p:nvSpPr>
        <p:spPr>
          <a:xfrm>
            <a:off x="2838331" y="102321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A2F80A-A9DD-4680-971D-B59330FBFDB6}"/>
              </a:ext>
            </a:extLst>
          </p:cNvPr>
          <p:cNvSpPr/>
          <p:nvPr/>
        </p:nvSpPr>
        <p:spPr>
          <a:xfrm>
            <a:off x="3499590" y="101388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8A6876-418D-4913-AF29-64D9CE1E7147}"/>
              </a:ext>
            </a:extLst>
          </p:cNvPr>
          <p:cNvSpPr/>
          <p:nvPr/>
        </p:nvSpPr>
        <p:spPr>
          <a:xfrm>
            <a:off x="4241554" y="1013883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60565A-D98C-433F-8438-424BD4A06655}"/>
              </a:ext>
            </a:extLst>
          </p:cNvPr>
          <p:cNvSpPr/>
          <p:nvPr/>
        </p:nvSpPr>
        <p:spPr>
          <a:xfrm>
            <a:off x="4883539" y="1023213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2D8C-56D0-41E5-AFD4-79FC21A457FF}"/>
              </a:ext>
            </a:extLst>
          </p:cNvPr>
          <p:cNvSpPr/>
          <p:nvPr/>
        </p:nvSpPr>
        <p:spPr>
          <a:xfrm>
            <a:off x="5366366" y="101388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0BBCA-E5AA-4C19-955B-C488F1924A1D}"/>
              </a:ext>
            </a:extLst>
          </p:cNvPr>
          <p:cNvSpPr/>
          <p:nvPr/>
        </p:nvSpPr>
        <p:spPr>
          <a:xfrm>
            <a:off x="5985182" y="101388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EC67BC-EC91-4BB2-9201-7E3DA7874A40}"/>
              </a:ext>
            </a:extLst>
          </p:cNvPr>
          <p:cNvSpPr/>
          <p:nvPr/>
        </p:nvSpPr>
        <p:spPr>
          <a:xfrm>
            <a:off x="6761203" y="101388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98F668-7C57-4C96-A055-28A128EF5887}"/>
              </a:ext>
            </a:extLst>
          </p:cNvPr>
          <p:cNvSpPr/>
          <p:nvPr/>
        </p:nvSpPr>
        <p:spPr>
          <a:xfrm>
            <a:off x="7307311" y="100817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0B79F-04DA-4EB1-AFE4-A28D8A068EC7}"/>
              </a:ext>
            </a:extLst>
          </p:cNvPr>
          <p:cNvSpPr txBox="1"/>
          <p:nvPr/>
        </p:nvSpPr>
        <p:spPr>
          <a:xfrm>
            <a:off x="1176822" y="-27992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Merge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AF4443-D3CE-46B4-9535-1EE2099C579B}"/>
              </a:ext>
            </a:extLst>
          </p:cNvPr>
          <p:cNvSpPr/>
          <p:nvPr/>
        </p:nvSpPr>
        <p:spPr>
          <a:xfrm>
            <a:off x="2414758" y="1960939"/>
            <a:ext cx="2539797" cy="83469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D7E2E6-2783-46B7-89E0-CDC10682CC14}"/>
              </a:ext>
            </a:extLst>
          </p:cNvPr>
          <p:cNvCxnSpPr>
            <a:cxnSpLocks/>
          </p:cNvCxnSpPr>
          <p:nvPr/>
        </p:nvCxnSpPr>
        <p:spPr>
          <a:xfrm>
            <a:off x="3028324" y="197027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4EE099-C838-4D66-AC7C-4CCEBB706271}"/>
              </a:ext>
            </a:extLst>
          </p:cNvPr>
          <p:cNvCxnSpPr>
            <a:cxnSpLocks/>
          </p:cNvCxnSpPr>
          <p:nvPr/>
        </p:nvCxnSpPr>
        <p:spPr>
          <a:xfrm>
            <a:off x="3700128" y="19796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F79CD5-8ACA-4C21-9FD3-849496DF70BA}"/>
              </a:ext>
            </a:extLst>
          </p:cNvPr>
          <p:cNvCxnSpPr>
            <a:cxnSpLocks/>
          </p:cNvCxnSpPr>
          <p:nvPr/>
        </p:nvCxnSpPr>
        <p:spPr>
          <a:xfrm>
            <a:off x="4343940" y="197960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6179DC6-40C9-49A6-818D-63D1FF0F3CE9}"/>
              </a:ext>
            </a:extLst>
          </p:cNvPr>
          <p:cNvSpPr/>
          <p:nvPr/>
        </p:nvSpPr>
        <p:spPr>
          <a:xfrm>
            <a:off x="2386337" y="207948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758A02-9B75-491C-B31B-683048C36451}"/>
              </a:ext>
            </a:extLst>
          </p:cNvPr>
          <p:cNvSpPr/>
          <p:nvPr/>
        </p:nvSpPr>
        <p:spPr>
          <a:xfrm>
            <a:off x="3047596" y="207015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4F9B01-2537-42E6-8A15-0E473ACCB68A}"/>
              </a:ext>
            </a:extLst>
          </p:cNvPr>
          <p:cNvSpPr/>
          <p:nvPr/>
        </p:nvSpPr>
        <p:spPr>
          <a:xfrm>
            <a:off x="3789560" y="2070153"/>
            <a:ext cx="4299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7FE2F2-3CA0-479E-A3BF-2B1C0CCC17DC}"/>
              </a:ext>
            </a:extLst>
          </p:cNvPr>
          <p:cNvSpPr/>
          <p:nvPr/>
        </p:nvSpPr>
        <p:spPr>
          <a:xfrm>
            <a:off x="4431545" y="2079483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E0AE38-39A8-4441-BA94-BF6DD04E06B7}"/>
              </a:ext>
            </a:extLst>
          </p:cNvPr>
          <p:cNvSpPr/>
          <p:nvPr/>
        </p:nvSpPr>
        <p:spPr>
          <a:xfrm>
            <a:off x="6037412" y="1964849"/>
            <a:ext cx="2539797" cy="83469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22BBB7-913B-45BF-8151-652EE47BD00F}"/>
              </a:ext>
            </a:extLst>
          </p:cNvPr>
          <p:cNvCxnSpPr>
            <a:cxnSpLocks/>
          </p:cNvCxnSpPr>
          <p:nvPr/>
        </p:nvCxnSpPr>
        <p:spPr>
          <a:xfrm>
            <a:off x="6650978" y="197418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93D5522-A129-4B25-B813-54CD166DD582}"/>
              </a:ext>
            </a:extLst>
          </p:cNvPr>
          <p:cNvCxnSpPr>
            <a:cxnSpLocks/>
          </p:cNvCxnSpPr>
          <p:nvPr/>
        </p:nvCxnSpPr>
        <p:spPr>
          <a:xfrm>
            <a:off x="7322782" y="198351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7A6F67-9FC7-4048-B9AC-616E33839F90}"/>
              </a:ext>
            </a:extLst>
          </p:cNvPr>
          <p:cNvCxnSpPr>
            <a:cxnSpLocks/>
          </p:cNvCxnSpPr>
          <p:nvPr/>
        </p:nvCxnSpPr>
        <p:spPr>
          <a:xfrm>
            <a:off x="7966594" y="198351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743F037-D98B-4475-82EA-63B9E3991874}"/>
              </a:ext>
            </a:extLst>
          </p:cNvPr>
          <p:cNvSpPr/>
          <p:nvPr/>
        </p:nvSpPr>
        <p:spPr>
          <a:xfrm>
            <a:off x="6008991" y="208339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EFBAE3-380D-4422-A440-F340B5C46AFD}"/>
              </a:ext>
            </a:extLst>
          </p:cNvPr>
          <p:cNvSpPr/>
          <p:nvPr/>
        </p:nvSpPr>
        <p:spPr>
          <a:xfrm>
            <a:off x="6670250" y="207406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FDABF0-6181-4579-8C8C-1C5046E9697E}"/>
              </a:ext>
            </a:extLst>
          </p:cNvPr>
          <p:cNvSpPr/>
          <p:nvPr/>
        </p:nvSpPr>
        <p:spPr>
          <a:xfrm>
            <a:off x="7412213" y="2074063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26AA31-2F6B-47E1-901A-3D6310C52770}"/>
              </a:ext>
            </a:extLst>
          </p:cNvPr>
          <p:cNvSpPr/>
          <p:nvPr/>
        </p:nvSpPr>
        <p:spPr>
          <a:xfrm>
            <a:off x="7931569" y="208339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3171B0-5974-4FCE-B6EE-41694D294CC5}"/>
              </a:ext>
            </a:extLst>
          </p:cNvPr>
          <p:cNvSpPr/>
          <p:nvPr/>
        </p:nvSpPr>
        <p:spPr>
          <a:xfrm>
            <a:off x="2386338" y="3273475"/>
            <a:ext cx="1285368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CD9EAD6-9337-46CF-A27B-0B1DFEE9A391}"/>
              </a:ext>
            </a:extLst>
          </p:cNvPr>
          <p:cNvCxnSpPr>
            <a:cxnSpLocks/>
          </p:cNvCxnSpPr>
          <p:nvPr/>
        </p:nvCxnSpPr>
        <p:spPr>
          <a:xfrm>
            <a:off x="2999903" y="3264145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420528F-5FAD-4695-BFEC-75F226DC762C}"/>
              </a:ext>
            </a:extLst>
          </p:cNvPr>
          <p:cNvCxnSpPr>
            <a:cxnSpLocks/>
          </p:cNvCxnSpPr>
          <p:nvPr/>
        </p:nvCxnSpPr>
        <p:spPr>
          <a:xfrm>
            <a:off x="3671707" y="3273475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87509A27-FB3A-47E8-BBDC-1189E8DB083C}"/>
              </a:ext>
            </a:extLst>
          </p:cNvPr>
          <p:cNvSpPr/>
          <p:nvPr/>
        </p:nvSpPr>
        <p:spPr>
          <a:xfrm>
            <a:off x="2357916" y="3373358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B2ACECD-8511-4B25-8125-C2D0522C0685}"/>
              </a:ext>
            </a:extLst>
          </p:cNvPr>
          <p:cNvSpPr/>
          <p:nvPr/>
        </p:nvSpPr>
        <p:spPr>
          <a:xfrm>
            <a:off x="3019175" y="3364027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7C528EF-2AB5-43B5-9C41-760D82095AAB}"/>
              </a:ext>
            </a:extLst>
          </p:cNvPr>
          <p:cNvSpPr/>
          <p:nvPr/>
        </p:nvSpPr>
        <p:spPr>
          <a:xfrm>
            <a:off x="3794309" y="3284433"/>
            <a:ext cx="1285368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BD65D5-B083-4A04-878B-2CA1268004CE}"/>
              </a:ext>
            </a:extLst>
          </p:cNvPr>
          <p:cNvCxnSpPr>
            <a:cxnSpLocks/>
          </p:cNvCxnSpPr>
          <p:nvPr/>
        </p:nvCxnSpPr>
        <p:spPr>
          <a:xfrm>
            <a:off x="4407874" y="327510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5FE42C-FBE3-4870-8E55-C0D41B11B307}"/>
              </a:ext>
            </a:extLst>
          </p:cNvPr>
          <p:cNvCxnSpPr>
            <a:cxnSpLocks/>
          </p:cNvCxnSpPr>
          <p:nvPr/>
        </p:nvCxnSpPr>
        <p:spPr>
          <a:xfrm>
            <a:off x="5079678" y="32844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E3A6CC0-5017-451D-A928-4D308960D2AD}"/>
              </a:ext>
            </a:extLst>
          </p:cNvPr>
          <p:cNvSpPr/>
          <p:nvPr/>
        </p:nvSpPr>
        <p:spPr>
          <a:xfrm>
            <a:off x="3888517" y="3384316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991D0CB-C940-46D2-83EC-5DE055869D59}"/>
              </a:ext>
            </a:extLst>
          </p:cNvPr>
          <p:cNvSpPr/>
          <p:nvPr/>
        </p:nvSpPr>
        <p:spPr>
          <a:xfrm>
            <a:off x="4549776" y="3374985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304BF10-CBD5-4F56-BCEE-09EA25E68523}"/>
              </a:ext>
            </a:extLst>
          </p:cNvPr>
          <p:cNvSpPr/>
          <p:nvPr/>
        </p:nvSpPr>
        <p:spPr>
          <a:xfrm>
            <a:off x="5999583" y="3284433"/>
            <a:ext cx="1285368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2CB5901-1E3B-49B4-BD5E-30B9ED42D383}"/>
              </a:ext>
            </a:extLst>
          </p:cNvPr>
          <p:cNvCxnSpPr>
            <a:cxnSpLocks/>
          </p:cNvCxnSpPr>
          <p:nvPr/>
        </p:nvCxnSpPr>
        <p:spPr>
          <a:xfrm>
            <a:off x="6613148" y="327510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50A5AA3-2FC0-4B83-900A-2120B3D5E5E4}"/>
              </a:ext>
            </a:extLst>
          </p:cNvPr>
          <p:cNvCxnSpPr>
            <a:cxnSpLocks/>
          </p:cNvCxnSpPr>
          <p:nvPr/>
        </p:nvCxnSpPr>
        <p:spPr>
          <a:xfrm>
            <a:off x="7284952" y="32844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47695028-D72E-40F4-B670-9B14BEAB5573}"/>
              </a:ext>
            </a:extLst>
          </p:cNvPr>
          <p:cNvSpPr/>
          <p:nvPr/>
        </p:nvSpPr>
        <p:spPr>
          <a:xfrm>
            <a:off x="5971161" y="3384316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F586E32-0056-4007-B8A9-90A460CE73C5}"/>
              </a:ext>
            </a:extLst>
          </p:cNvPr>
          <p:cNvSpPr/>
          <p:nvPr/>
        </p:nvSpPr>
        <p:spPr>
          <a:xfrm>
            <a:off x="6632420" y="3374985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7AE2B34-6F9C-483E-8A24-463601F5088A}"/>
              </a:ext>
            </a:extLst>
          </p:cNvPr>
          <p:cNvSpPr/>
          <p:nvPr/>
        </p:nvSpPr>
        <p:spPr>
          <a:xfrm>
            <a:off x="7396829" y="3278363"/>
            <a:ext cx="1285368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57D10C5-22A9-46B8-BC39-6DD79E4066DF}"/>
              </a:ext>
            </a:extLst>
          </p:cNvPr>
          <p:cNvCxnSpPr>
            <a:cxnSpLocks/>
          </p:cNvCxnSpPr>
          <p:nvPr/>
        </p:nvCxnSpPr>
        <p:spPr>
          <a:xfrm>
            <a:off x="8010394" y="326903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94BEA0-03DA-475C-A17A-14C52A15EFF4}"/>
              </a:ext>
            </a:extLst>
          </p:cNvPr>
          <p:cNvCxnSpPr>
            <a:cxnSpLocks/>
          </p:cNvCxnSpPr>
          <p:nvPr/>
        </p:nvCxnSpPr>
        <p:spPr>
          <a:xfrm>
            <a:off x="8682198" y="3278363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B4E950D8-139F-4200-A5BE-48C54D8602A5}"/>
              </a:ext>
            </a:extLst>
          </p:cNvPr>
          <p:cNvSpPr/>
          <p:nvPr/>
        </p:nvSpPr>
        <p:spPr>
          <a:xfrm>
            <a:off x="7491037" y="3378246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F93EB65-8F2F-452C-812D-04A65682CC80}"/>
              </a:ext>
            </a:extLst>
          </p:cNvPr>
          <p:cNvSpPr/>
          <p:nvPr/>
        </p:nvSpPr>
        <p:spPr>
          <a:xfrm>
            <a:off x="8029666" y="3368915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D5FFCEE-6936-4DF8-9C28-8F434258CF77}"/>
              </a:ext>
            </a:extLst>
          </p:cNvPr>
          <p:cNvSpPr/>
          <p:nvPr/>
        </p:nvSpPr>
        <p:spPr>
          <a:xfrm>
            <a:off x="2408993" y="4464135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CAFD8EB-C3EB-4B30-9862-9674A8200809}"/>
              </a:ext>
            </a:extLst>
          </p:cNvPr>
          <p:cNvCxnSpPr>
            <a:cxnSpLocks/>
          </p:cNvCxnSpPr>
          <p:nvPr/>
        </p:nvCxnSpPr>
        <p:spPr>
          <a:xfrm>
            <a:off x="3022558" y="4454805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E75D5D9-F0DB-4242-A13D-D4A9BF914B9E}"/>
              </a:ext>
            </a:extLst>
          </p:cNvPr>
          <p:cNvSpPr/>
          <p:nvPr/>
        </p:nvSpPr>
        <p:spPr>
          <a:xfrm>
            <a:off x="2380571" y="4564018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0FCE3CA-E1DB-458A-860F-4BD97C2DAAB7}"/>
              </a:ext>
            </a:extLst>
          </p:cNvPr>
          <p:cNvSpPr/>
          <p:nvPr/>
        </p:nvSpPr>
        <p:spPr>
          <a:xfrm>
            <a:off x="3124186" y="4444539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E089C7E-F294-40D8-B6A1-FA2FF52F7E3D}"/>
              </a:ext>
            </a:extLst>
          </p:cNvPr>
          <p:cNvCxnSpPr>
            <a:cxnSpLocks/>
          </p:cNvCxnSpPr>
          <p:nvPr/>
        </p:nvCxnSpPr>
        <p:spPr>
          <a:xfrm>
            <a:off x="3737751" y="44352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353410C6-B0C5-47B0-B4A8-F814FCF4A64D}"/>
              </a:ext>
            </a:extLst>
          </p:cNvPr>
          <p:cNvSpPr/>
          <p:nvPr/>
        </p:nvSpPr>
        <p:spPr>
          <a:xfrm>
            <a:off x="3095764" y="454442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FE43398-EC5B-4EFC-A105-ADF4AF03C2CC}"/>
              </a:ext>
            </a:extLst>
          </p:cNvPr>
          <p:cNvSpPr/>
          <p:nvPr/>
        </p:nvSpPr>
        <p:spPr>
          <a:xfrm>
            <a:off x="3931889" y="4444539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E4CC5C0-73CC-49D6-A42C-EDFDC37FDC10}"/>
              </a:ext>
            </a:extLst>
          </p:cNvPr>
          <p:cNvCxnSpPr>
            <a:cxnSpLocks/>
          </p:cNvCxnSpPr>
          <p:nvPr/>
        </p:nvCxnSpPr>
        <p:spPr>
          <a:xfrm>
            <a:off x="4545454" y="44352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14391A37-0E40-462D-8948-F25450F06A92}"/>
              </a:ext>
            </a:extLst>
          </p:cNvPr>
          <p:cNvSpPr/>
          <p:nvPr/>
        </p:nvSpPr>
        <p:spPr>
          <a:xfrm>
            <a:off x="4026097" y="4544422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C578865-DC28-44EE-9363-C104F45E3BE8}"/>
              </a:ext>
            </a:extLst>
          </p:cNvPr>
          <p:cNvSpPr/>
          <p:nvPr/>
        </p:nvSpPr>
        <p:spPr>
          <a:xfrm>
            <a:off x="4699901" y="4464135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9C08182-B13C-41DC-8342-64FD7DC3B7FA}"/>
              </a:ext>
            </a:extLst>
          </p:cNvPr>
          <p:cNvCxnSpPr>
            <a:cxnSpLocks/>
          </p:cNvCxnSpPr>
          <p:nvPr/>
        </p:nvCxnSpPr>
        <p:spPr>
          <a:xfrm>
            <a:off x="5313466" y="4454805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5DD8F6C-A9C1-459A-B0D7-8BDED86FA229}"/>
              </a:ext>
            </a:extLst>
          </p:cNvPr>
          <p:cNvSpPr/>
          <p:nvPr/>
        </p:nvSpPr>
        <p:spPr>
          <a:xfrm>
            <a:off x="4671479" y="4564018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C309A9B-C502-44DA-8FAB-3EEC92E9E7EA}"/>
              </a:ext>
            </a:extLst>
          </p:cNvPr>
          <p:cNvSpPr/>
          <p:nvPr/>
        </p:nvSpPr>
        <p:spPr>
          <a:xfrm>
            <a:off x="5931286" y="4444539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D5F1599-7296-47AF-B7FA-6D1FAE456A69}"/>
              </a:ext>
            </a:extLst>
          </p:cNvPr>
          <p:cNvCxnSpPr>
            <a:cxnSpLocks/>
          </p:cNvCxnSpPr>
          <p:nvPr/>
        </p:nvCxnSpPr>
        <p:spPr>
          <a:xfrm>
            <a:off x="6544851" y="44352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6E54820-1132-4A1B-A33D-532555E05AB7}"/>
              </a:ext>
            </a:extLst>
          </p:cNvPr>
          <p:cNvSpPr/>
          <p:nvPr/>
        </p:nvSpPr>
        <p:spPr>
          <a:xfrm>
            <a:off x="5902864" y="454442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B92EF76-4923-4AF0-AC3F-BFC4E837A67C}"/>
              </a:ext>
            </a:extLst>
          </p:cNvPr>
          <p:cNvSpPr/>
          <p:nvPr/>
        </p:nvSpPr>
        <p:spPr>
          <a:xfrm>
            <a:off x="6721957" y="4444539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0765A0C-0A34-45EF-A0D9-234B35D7952D}"/>
              </a:ext>
            </a:extLst>
          </p:cNvPr>
          <p:cNvCxnSpPr>
            <a:cxnSpLocks/>
          </p:cNvCxnSpPr>
          <p:nvPr/>
        </p:nvCxnSpPr>
        <p:spPr>
          <a:xfrm>
            <a:off x="7335522" y="44352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735774A-12D8-4F1A-8DF8-DC05E893E897}"/>
              </a:ext>
            </a:extLst>
          </p:cNvPr>
          <p:cNvSpPr/>
          <p:nvPr/>
        </p:nvSpPr>
        <p:spPr>
          <a:xfrm>
            <a:off x="6693535" y="454442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90E6C4D-6219-4781-9AB2-7FCC9CD02028}"/>
              </a:ext>
            </a:extLst>
          </p:cNvPr>
          <p:cNvSpPr/>
          <p:nvPr/>
        </p:nvSpPr>
        <p:spPr>
          <a:xfrm>
            <a:off x="7542887" y="4444539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7BBA82A-30A9-4C6A-9F2C-623144A54139}"/>
              </a:ext>
            </a:extLst>
          </p:cNvPr>
          <p:cNvCxnSpPr>
            <a:cxnSpLocks/>
          </p:cNvCxnSpPr>
          <p:nvPr/>
        </p:nvCxnSpPr>
        <p:spPr>
          <a:xfrm>
            <a:off x="8156452" y="44352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81DDDED-5475-4B84-97BA-6250D19387CE}"/>
              </a:ext>
            </a:extLst>
          </p:cNvPr>
          <p:cNvSpPr/>
          <p:nvPr/>
        </p:nvSpPr>
        <p:spPr>
          <a:xfrm>
            <a:off x="7514465" y="4544422"/>
            <a:ext cx="67518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9DD606D-2829-4D0A-8B11-0701DED30E30}"/>
              </a:ext>
            </a:extLst>
          </p:cNvPr>
          <p:cNvSpPr/>
          <p:nvPr/>
        </p:nvSpPr>
        <p:spPr>
          <a:xfrm>
            <a:off x="8297090" y="4444539"/>
            <a:ext cx="619329" cy="81603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519DBD2-7541-4649-968C-8B614619F64A}"/>
              </a:ext>
            </a:extLst>
          </p:cNvPr>
          <p:cNvCxnSpPr>
            <a:cxnSpLocks/>
          </p:cNvCxnSpPr>
          <p:nvPr/>
        </p:nvCxnSpPr>
        <p:spPr>
          <a:xfrm>
            <a:off x="8910655" y="4435209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BC91AFA-DF15-4790-BA4C-2E3101C03A79}"/>
              </a:ext>
            </a:extLst>
          </p:cNvPr>
          <p:cNvSpPr/>
          <p:nvPr/>
        </p:nvSpPr>
        <p:spPr>
          <a:xfrm>
            <a:off x="8268668" y="4544422"/>
            <a:ext cx="67518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5D69C33-CDF3-4B24-8B9B-C9F5CFD1A66F}"/>
              </a:ext>
            </a:extLst>
          </p:cNvPr>
          <p:cNvSpPr/>
          <p:nvPr/>
        </p:nvSpPr>
        <p:spPr>
          <a:xfrm>
            <a:off x="2564184" y="5553495"/>
            <a:ext cx="2539797" cy="83469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D6D2A55A-29B8-46DB-A553-54CBBF41011F}"/>
              </a:ext>
            </a:extLst>
          </p:cNvPr>
          <p:cNvCxnSpPr>
            <a:cxnSpLocks/>
          </p:cNvCxnSpPr>
          <p:nvPr/>
        </p:nvCxnSpPr>
        <p:spPr>
          <a:xfrm>
            <a:off x="3177750" y="556282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E50F812-0FFE-4735-A206-816E07E7FC19}"/>
              </a:ext>
            </a:extLst>
          </p:cNvPr>
          <p:cNvCxnSpPr>
            <a:cxnSpLocks/>
          </p:cNvCxnSpPr>
          <p:nvPr/>
        </p:nvCxnSpPr>
        <p:spPr>
          <a:xfrm>
            <a:off x="3849554" y="557215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0A0A6050-629A-4FC3-8F22-2C87919D7CB1}"/>
              </a:ext>
            </a:extLst>
          </p:cNvPr>
          <p:cNvCxnSpPr>
            <a:cxnSpLocks/>
          </p:cNvCxnSpPr>
          <p:nvPr/>
        </p:nvCxnSpPr>
        <p:spPr>
          <a:xfrm>
            <a:off x="4493366" y="5572156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98A5448-B71A-4D1E-A591-A9D2E86A6729}"/>
              </a:ext>
            </a:extLst>
          </p:cNvPr>
          <p:cNvSpPr/>
          <p:nvPr/>
        </p:nvSpPr>
        <p:spPr>
          <a:xfrm>
            <a:off x="2658393" y="5672039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F691998-0CC6-4182-B737-54C0B7EC2AA2}"/>
              </a:ext>
            </a:extLst>
          </p:cNvPr>
          <p:cNvSpPr/>
          <p:nvPr/>
        </p:nvSpPr>
        <p:spPr>
          <a:xfrm>
            <a:off x="3319652" y="5662708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C7FD43E-D9FB-4EA6-AB8E-D0A155C4D7AF}"/>
              </a:ext>
            </a:extLst>
          </p:cNvPr>
          <p:cNvSpPr/>
          <p:nvPr/>
        </p:nvSpPr>
        <p:spPr>
          <a:xfrm>
            <a:off x="3816356" y="566270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D4DE0A1-ABC5-4532-91D0-F829E2A4F548}"/>
              </a:ext>
            </a:extLst>
          </p:cNvPr>
          <p:cNvSpPr/>
          <p:nvPr/>
        </p:nvSpPr>
        <p:spPr>
          <a:xfrm>
            <a:off x="4458341" y="5672039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30662DD-8E56-4361-AD93-A4113180D76F}"/>
              </a:ext>
            </a:extLst>
          </p:cNvPr>
          <p:cNvSpPr/>
          <p:nvPr/>
        </p:nvSpPr>
        <p:spPr>
          <a:xfrm>
            <a:off x="6128365" y="5495389"/>
            <a:ext cx="2539797" cy="83469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D0CBAF3-CD4E-45DE-BD27-12B61C48BD1F}"/>
              </a:ext>
            </a:extLst>
          </p:cNvPr>
          <p:cNvCxnSpPr>
            <a:cxnSpLocks/>
          </p:cNvCxnSpPr>
          <p:nvPr/>
        </p:nvCxnSpPr>
        <p:spPr>
          <a:xfrm>
            <a:off x="6741931" y="550472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0B48C8C-3635-4ACC-9F6B-0C70DB26DDAB}"/>
              </a:ext>
            </a:extLst>
          </p:cNvPr>
          <p:cNvCxnSpPr>
            <a:cxnSpLocks/>
          </p:cNvCxnSpPr>
          <p:nvPr/>
        </p:nvCxnSpPr>
        <p:spPr>
          <a:xfrm>
            <a:off x="7413735" y="551405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69D1934-9799-4E22-B4E8-111B9D9A06EF}"/>
              </a:ext>
            </a:extLst>
          </p:cNvPr>
          <p:cNvCxnSpPr>
            <a:cxnSpLocks/>
          </p:cNvCxnSpPr>
          <p:nvPr/>
        </p:nvCxnSpPr>
        <p:spPr>
          <a:xfrm>
            <a:off x="8057547" y="5514050"/>
            <a:ext cx="0" cy="793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1CE48B7-5D71-4DDC-A03D-46A80CD20264}"/>
              </a:ext>
            </a:extLst>
          </p:cNvPr>
          <p:cNvSpPr/>
          <p:nvPr/>
        </p:nvSpPr>
        <p:spPr>
          <a:xfrm>
            <a:off x="6222574" y="5613933"/>
            <a:ext cx="4299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B5492C2-6217-43D4-A9D1-40C6A4FF2DA0}"/>
              </a:ext>
            </a:extLst>
          </p:cNvPr>
          <p:cNvSpPr/>
          <p:nvPr/>
        </p:nvSpPr>
        <p:spPr>
          <a:xfrm>
            <a:off x="6761203" y="5604602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41948A2-1F7D-428C-85DB-C2C37B50F6E6}"/>
              </a:ext>
            </a:extLst>
          </p:cNvPr>
          <p:cNvSpPr/>
          <p:nvPr/>
        </p:nvSpPr>
        <p:spPr>
          <a:xfrm>
            <a:off x="7380536" y="5604603"/>
            <a:ext cx="6751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4E1F7F1-917E-4FBE-9502-8837670E2340}"/>
              </a:ext>
            </a:extLst>
          </p:cNvPr>
          <p:cNvSpPr/>
          <p:nvPr/>
        </p:nvSpPr>
        <p:spPr>
          <a:xfrm>
            <a:off x="7960807" y="5613933"/>
            <a:ext cx="79861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z-Latn-AZ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 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6811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bble Sort. The previous blog this week went over… | by Austin Stanley |  My Software Engineering Journey | Medium">
            <a:extLst>
              <a:ext uri="{FF2B5EF4-FFF2-40B4-BE49-F238E27FC236}">
                <a16:creationId xmlns:a16="http://schemas.microsoft.com/office/drawing/2014/main" id="{A552D5FC-6FE3-47E6-A245-300EABF3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967" y="1546742"/>
            <a:ext cx="7326066" cy="431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2F47E5-0D4E-41E7-A5D2-A985D055FBB9}"/>
              </a:ext>
            </a:extLst>
          </p:cNvPr>
          <p:cNvSpPr txBox="1"/>
          <p:nvPr/>
        </p:nvSpPr>
        <p:spPr>
          <a:xfrm>
            <a:off x="1737881" y="391311"/>
            <a:ext cx="8488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Bubble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Sorting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2954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FB0DFD-046F-4470-9EFB-EE0EDE4A3A16}"/>
              </a:ext>
            </a:extLst>
          </p:cNvPr>
          <p:cNvSpPr/>
          <p:nvPr/>
        </p:nvSpPr>
        <p:spPr>
          <a:xfrm>
            <a:off x="4434895" y="2875002"/>
            <a:ext cx="2820344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Thanks</a:t>
            </a:r>
            <a:endParaRPr lang="en-U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73113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1244</TotalTime>
  <Words>299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BAXŞƏLİ NƏZƏROV</dc:creator>
  <cp:lastModifiedBy>BAXŞƏLİ NƏZƏROV</cp:lastModifiedBy>
  <cp:revision>21</cp:revision>
  <dcterms:created xsi:type="dcterms:W3CDTF">2022-02-26T08:05:15Z</dcterms:created>
  <dcterms:modified xsi:type="dcterms:W3CDTF">2022-02-27T15:47:13Z</dcterms:modified>
</cp:coreProperties>
</file>